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lraj T" userId="1773642a231c044f" providerId="LiveId" clId="{A053F131-A428-4AE1-8B92-6D1EDD307A8E}"/>
    <pc:docChg chg="custSel addSld delSld modSld">
      <pc:chgData name="Amalraj T" userId="1773642a231c044f" providerId="LiveId" clId="{A053F131-A428-4AE1-8B92-6D1EDD307A8E}" dt="2025-03-08T02:03:08.703" v="160" actId="47"/>
      <pc:docMkLst>
        <pc:docMk/>
      </pc:docMkLst>
      <pc:sldChg chg="modSp new mod">
        <pc:chgData name="Amalraj T" userId="1773642a231c044f" providerId="LiveId" clId="{A053F131-A428-4AE1-8B92-6D1EDD307A8E}" dt="2025-03-08T01:42:03.594" v="122" actId="113"/>
        <pc:sldMkLst>
          <pc:docMk/>
          <pc:sldMk cId="3223854704" sldId="256"/>
        </pc:sldMkLst>
        <pc:spChg chg="mod">
          <ac:chgData name="Amalraj T" userId="1773642a231c044f" providerId="LiveId" clId="{A053F131-A428-4AE1-8B92-6D1EDD307A8E}" dt="2025-03-08T01:41:52.629" v="120" actId="113"/>
          <ac:spMkLst>
            <pc:docMk/>
            <pc:sldMk cId="3223854704" sldId="256"/>
            <ac:spMk id="2" creationId="{3CE78E60-4737-4B3A-7C6E-77342C7D0516}"/>
          </ac:spMkLst>
        </pc:spChg>
        <pc:spChg chg="mod">
          <ac:chgData name="Amalraj T" userId="1773642a231c044f" providerId="LiveId" clId="{A053F131-A428-4AE1-8B92-6D1EDD307A8E}" dt="2025-03-08T01:42:03.594" v="122" actId="113"/>
          <ac:spMkLst>
            <pc:docMk/>
            <pc:sldMk cId="3223854704" sldId="256"/>
            <ac:spMk id="3" creationId="{2C57CF46-C796-2EAF-70C9-E627F84A101F}"/>
          </ac:spMkLst>
        </pc:spChg>
      </pc:sldChg>
      <pc:sldChg chg="addSp modSp new mod">
        <pc:chgData name="Amalraj T" userId="1773642a231c044f" providerId="LiveId" clId="{A053F131-A428-4AE1-8B92-6D1EDD307A8E}" dt="2025-03-08T01:43:44.204" v="126" actId="1076"/>
        <pc:sldMkLst>
          <pc:docMk/>
          <pc:sldMk cId="1090363122" sldId="257"/>
        </pc:sldMkLst>
        <pc:picChg chg="add mod">
          <ac:chgData name="Amalraj T" userId="1773642a231c044f" providerId="LiveId" clId="{A053F131-A428-4AE1-8B92-6D1EDD307A8E}" dt="2025-03-08T01:43:44.204" v="126" actId="1076"/>
          <ac:picMkLst>
            <pc:docMk/>
            <pc:sldMk cId="1090363122" sldId="257"/>
            <ac:picMk id="5" creationId="{A0E5139C-94D7-DF7A-8C3C-FE37D4BA5916}"/>
          </ac:picMkLst>
        </pc:picChg>
      </pc:sldChg>
      <pc:sldChg chg="addSp delSp add mod">
        <pc:chgData name="Amalraj T" userId="1773642a231c044f" providerId="LiveId" clId="{A053F131-A428-4AE1-8B92-6D1EDD307A8E}" dt="2025-03-08T01:45:59.775" v="152" actId="22"/>
        <pc:sldMkLst>
          <pc:docMk/>
          <pc:sldMk cId="1461504124" sldId="258"/>
        </pc:sldMkLst>
        <pc:picChg chg="del">
          <ac:chgData name="Amalraj T" userId="1773642a231c044f" providerId="LiveId" clId="{A053F131-A428-4AE1-8B92-6D1EDD307A8E}" dt="2025-03-08T01:44:03.335" v="128" actId="478"/>
          <ac:picMkLst>
            <pc:docMk/>
            <pc:sldMk cId="1461504124" sldId="258"/>
            <ac:picMk id="5" creationId="{099BC01F-CBC7-25DE-6480-7E60C38EEF9D}"/>
          </ac:picMkLst>
        </pc:picChg>
        <pc:picChg chg="add">
          <ac:chgData name="Amalraj T" userId="1773642a231c044f" providerId="LiveId" clId="{A053F131-A428-4AE1-8B92-6D1EDD307A8E}" dt="2025-03-08T01:45:59.775" v="152" actId="22"/>
          <ac:picMkLst>
            <pc:docMk/>
            <pc:sldMk cId="1461504124" sldId="258"/>
            <ac:picMk id="6" creationId="{5AF0AEA6-69DE-E237-C4C6-F28DBA840BA8}"/>
          </ac:picMkLst>
        </pc:picChg>
      </pc:sldChg>
      <pc:sldChg chg="addSp new mod">
        <pc:chgData name="Amalraj T" userId="1773642a231c044f" providerId="LiveId" clId="{A053F131-A428-4AE1-8B92-6D1EDD307A8E}" dt="2025-03-08T01:47:21.433" v="153" actId="22"/>
        <pc:sldMkLst>
          <pc:docMk/>
          <pc:sldMk cId="578217444" sldId="259"/>
        </pc:sldMkLst>
        <pc:picChg chg="add">
          <ac:chgData name="Amalraj T" userId="1773642a231c044f" providerId="LiveId" clId="{A053F131-A428-4AE1-8B92-6D1EDD307A8E}" dt="2025-03-08T01:47:21.433" v="153" actId="22"/>
          <ac:picMkLst>
            <pc:docMk/>
            <pc:sldMk cId="578217444" sldId="259"/>
            <ac:picMk id="5" creationId="{DA6510F0-A232-1ED5-0406-16443FB18156}"/>
          </ac:picMkLst>
        </pc:picChg>
      </pc:sldChg>
      <pc:sldChg chg="addSp new mod">
        <pc:chgData name="Amalraj T" userId="1773642a231c044f" providerId="LiveId" clId="{A053F131-A428-4AE1-8B92-6D1EDD307A8E}" dt="2025-03-08T01:56:05.094" v="154" actId="22"/>
        <pc:sldMkLst>
          <pc:docMk/>
          <pc:sldMk cId="920739606" sldId="260"/>
        </pc:sldMkLst>
        <pc:picChg chg="add">
          <ac:chgData name="Amalraj T" userId="1773642a231c044f" providerId="LiveId" clId="{A053F131-A428-4AE1-8B92-6D1EDD307A8E}" dt="2025-03-08T01:56:05.094" v="154" actId="22"/>
          <ac:picMkLst>
            <pc:docMk/>
            <pc:sldMk cId="920739606" sldId="260"/>
            <ac:picMk id="5" creationId="{55E6365B-585F-C169-A9D0-B149CBA94865}"/>
          </ac:picMkLst>
        </pc:picChg>
      </pc:sldChg>
      <pc:sldChg chg="addSp new mod">
        <pc:chgData name="Amalraj T" userId="1773642a231c044f" providerId="LiveId" clId="{A053F131-A428-4AE1-8B92-6D1EDD307A8E}" dt="2025-03-08T01:58:26.296" v="155" actId="22"/>
        <pc:sldMkLst>
          <pc:docMk/>
          <pc:sldMk cId="2972096653" sldId="261"/>
        </pc:sldMkLst>
        <pc:picChg chg="add">
          <ac:chgData name="Amalraj T" userId="1773642a231c044f" providerId="LiveId" clId="{A053F131-A428-4AE1-8B92-6D1EDD307A8E}" dt="2025-03-08T01:58:26.296" v="155" actId="22"/>
          <ac:picMkLst>
            <pc:docMk/>
            <pc:sldMk cId="2972096653" sldId="261"/>
            <ac:picMk id="5" creationId="{D9785BA0-8892-0DF9-9FFA-ED10249BF5DA}"/>
          </ac:picMkLst>
        </pc:picChg>
      </pc:sldChg>
      <pc:sldChg chg="addSp new mod">
        <pc:chgData name="Amalraj T" userId="1773642a231c044f" providerId="LiveId" clId="{A053F131-A428-4AE1-8B92-6D1EDD307A8E}" dt="2025-03-08T01:59:17.423" v="156" actId="22"/>
        <pc:sldMkLst>
          <pc:docMk/>
          <pc:sldMk cId="4208016304" sldId="262"/>
        </pc:sldMkLst>
        <pc:picChg chg="add">
          <ac:chgData name="Amalraj T" userId="1773642a231c044f" providerId="LiveId" clId="{A053F131-A428-4AE1-8B92-6D1EDD307A8E}" dt="2025-03-08T01:59:17.423" v="156" actId="22"/>
          <ac:picMkLst>
            <pc:docMk/>
            <pc:sldMk cId="4208016304" sldId="262"/>
            <ac:picMk id="5" creationId="{51A047D2-22AE-322C-B0ED-CDFC3418938E}"/>
          </ac:picMkLst>
        </pc:picChg>
      </pc:sldChg>
      <pc:sldChg chg="addSp new mod">
        <pc:chgData name="Amalraj T" userId="1773642a231c044f" providerId="LiveId" clId="{A053F131-A428-4AE1-8B92-6D1EDD307A8E}" dt="2025-03-08T02:00:21.871" v="157" actId="22"/>
        <pc:sldMkLst>
          <pc:docMk/>
          <pc:sldMk cId="3402247231" sldId="263"/>
        </pc:sldMkLst>
        <pc:picChg chg="add">
          <ac:chgData name="Amalraj T" userId="1773642a231c044f" providerId="LiveId" clId="{A053F131-A428-4AE1-8B92-6D1EDD307A8E}" dt="2025-03-08T02:00:21.871" v="157" actId="22"/>
          <ac:picMkLst>
            <pc:docMk/>
            <pc:sldMk cId="3402247231" sldId="263"/>
            <ac:picMk id="5" creationId="{83515141-FC35-9D8C-CEFD-A2F7596EA05C}"/>
          </ac:picMkLst>
        </pc:picChg>
      </pc:sldChg>
      <pc:sldChg chg="addSp new mod">
        <pc:chgData name="Amalraj T" userId="1773642a231c044f" providerId="LiveId" clId="{A053F131-A428-4AE1-8B92-6D1EDD307A8E}" dt="2025-03-08T02:01:49.501" v="158" actId="22"/>
        <pc:sldMkLst>
          <pc:docMk/>
          <pc:sldMk cId="3274089658" sldId="264"/>
        </pc:sldMkLst>
        <pc:picChg chg="add">
          <ac:chgData name="Amalraj T" userId="1773642a231c044f" providerId="LiveId" clId="{A053F131-A428-4AE1-8B92-6D1EDD307A8E}" dt="2025-03-08T02:01:49.501" v="158" actId="22"/>
          <ac:picMkLst>
            <pc:docMk/>
            <pc:sldMk cId="3274089658" sldId="264"/>
            <ac:picMk id="5" creationId="{51363808-6B67-1D90-5CB3-21A5096660AF}"/>
          </ac:picMkLst>
        </pc:picChg>
      </pc:sldChg>
      <pc:sldChg chg="new del">
        <pc:chgData name="Amalraj T" userId="1773642a231c044f" providerId="LiveId" clId="{A053F131-A428-4AE1-8B92-6D1EDD307A8E}" dt="2025-03-08T02:03:06.114" v="159" actId="47"/>
        <pc:sldMkLst>
          <pc:docMk/>
          <pc:sldMk cId="530758720" sldId="265"/>
        </pc:sldMkLst>
      </pc:sldChg>
      <pc:sldChg chg="new del">
        <pc:chgData name="Amalraj T" userId="1773642a231c044f" providerId="LiveId" clId="{A053F131-A428-4AE1-8B92-6D1EDD307A8E}" dt="2025-03-08T02:03:08.703" v="160" actId="47"/>
        <pc:sldMkLst>
          <pc:docMk/>
          <pc:sldMk cId="3014042028" sldId="266"/>
        </pc:sldMkLst>
      </pc:sldChg>
      <pc:sldChg chg="modSp new mod">
        <pc:chgData name="Amalraj T" userId="1773642a231c044f" providerId="LiveId" clId="{A053F131-A428-4AE1-8B92-6D1EDD307A8E}" dt="2025-03-08T01:44:34.653" v="151" actId="1076"/>
        <pc:sldMkLst>
          <pc:docMk/>
          <pc:sldMk cId="174262608" sldId="267"/>
        </pc:sldMkLst>
        <pc:spChg chg="mod">
          <ac:chgData name="Amalraj T" userId="1773642a231c044f" providerId="LiveId" clId="{A053F131-A428-4AE1-8B92-6D1EDD307A8E}" dt="2025-03-08T01:44:34.653" v="151" actId="1076"/>
          <ac:spMkLst>
            <pc:docMk/>
            <pc:sldMk cId="174262608" sldId="267"/>
            <ac:spMk id="2" creationId="{8875B7EA-CCFB-E5B2-6005-4F3FE59693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CF7B-A89E-B6CF-22F2-B87E5F86E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D758C-F7F2-C0C0-616E-EAD44E087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8D268-7084-0859-55FA-5D784872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E4344-5595-0388-D76D-9302AAC39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ED933-D564-682A-93D8-57700474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29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0275-C28F-CD28-22CE-DBDB10C6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BC261-560F-9D0B-0C43-F4706D13E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2297B-481D-102D-BE3D-E864E84E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FF560-1848-8033-9015-CCAAA6C78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CA4A6-9930-F56E-78C3-85343D28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5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0593-04D9-985A-99F2-E4CDABD9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1A6DF-9551-DB18-5372-D1C3F4F47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832C3-BCA7-9A2B-C87A-1F8F0D7E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3578E-A300-762E-CF43-A3C12E0C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70FFF-760E-4D79-557F-D02F2C3A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237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1A94-8EBF-6A31-6F87-B9519890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D7C60-D9D3-BEFD-B0E0-BA7BD5E31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96E58D-2DAC-EE2E-455C-9F41B4B0E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54063-345E-BCF6-03B1-70B073B4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164DB-EA9B-4125-E3BC-1662B4B3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DB7D3-3482-4483-120B-0568EB4D2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87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673C-E66E-4161-0BF4-1B42C593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3974-7D58-3055-1795-100E71BC6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9666F-BF19-7507-47DF-37BF9178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8D5BD-B4ED-C032-0110-746315EAD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917541-313C-2817-AF18-156376F75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34E08-0111-B44B-BC6E-4C3471529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88C9D-D2DD-91D3-5233-BE8F619A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8561C-2100-7042-B2AE-C4C10809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05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293A4-E4BC-4A41-8AF3-62985AAA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E73609-4CDF-A9ED-D3C4-635D7730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03D54-5CE4-4800-4226-83F80A3B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0C392-124C-6E17-6A3C-C3FE6BF7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77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4D1E2-6BE0-7421-DCD5-B0DD0058F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0E70A-191D-C8D7-068D-32DB8741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AFCDB-5BBE-9835-F0F8-74A82E5C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15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4424-E63B-8B51-4CD6-EE85EEBA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92907-7680-0BE7-6D26-DCD20ED14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E346F-99A9-C8E4-7B06-82A38DAD4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E8BC6-D39C-8E04-DA38-A11C82B8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77770-B635-A615-6160-BA457C3C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48A0D-F3D4-AE45-4FF8-8B14DC0B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2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5068-A532-3606-6B9F-EAB4C2CE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81B1D-46E2-0E69-8027-5FC22CAEB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6288E-A344-DD94-E16A-EF4F7F687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04A85-56EF-F3BC-70F6-6CF4F949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412B1-0DFF-DCD2-A273-186FD181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C8846-7039-9B3D-4E69-59C58DB9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78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F24F-AA0A-B8E0-1CA7-D34659AA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9690F-BEBA-7DC5-3397-4D2C2CD0E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53B07-AA7E-D737-424E-6DE64D2E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20AD6-BE48-56DB-3DD4-8C532FD2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71FA5-A8CF-7C03-0C1E-5A618776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80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52E5CF-4220-62C8-B0AE-C044E58D7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9B074-BD29-750A-97AA-C12227E02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F5864-6001-9CE4-3DE4-EE72C304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7890D-FFC0-9309-C59C-04DF04B6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D9367-A631-7EA7-4E42-84F96F68C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63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1DFFE8-0FB2-0FE5-51D7-16B9F587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5CC26-6868-6E61-028C-AA9D64E2E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F4770-7B16-39FE-D522-2A36E59F9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EC13E-95A0-4A48-BA03-233EB8B04D88}" type="datetimeFigureOut">
              <a:rPr lang="en-IN" smtClean="0"/>
              <a:t>08-03-2025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0B805-AFFB-C16E-3104-D565771D0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B088D-DE5E-30EC-74CC-FBCE86F7A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62038-5F1A-4BA9-94E4-228D9F0AA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64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8E60-4737-4B3A-7C6E-77342C7D0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Python String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7CF46-C796-2EAF-70C9-E627F84A1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193" y="4907756"/>
            <a:ext cx="9144000" cy="1655762"/>
          </a:xfrm>
        </p:spPr>
        <p:txBody>
          <a:bodyPr>
            <a:normAutofit lnSpcReduction="10000"/>
          </a:bodyPr>
          <a:lstStyle/>
          <a:p>
            <a:pPr algn="r"/>
            <a:r>
              <a:rPr lang="en-IN" b="1" dirty="0">
                <a:solidFill>
                  <a:srgbClr val="002060"/>
                </a:solidFill>
              </a:rPr>
              <a:t>Mrs. E. </a:t>
            </a:r>
            <a:r>
              <a:rPr lang="en-IN" b="1" dirty="0" err="1">
                <a:solidFill>
                  <a:srgbClr val="002060"/>
                </a:solidFill>
              </a:rPr>
              <a:t>Brindha</a:t>
            </a:r>
            <a:r>
              <a:rPr lang="en-IN" b="1" dirty="0">
                <a:solidFill>
                  <a:srgbClr val="002060"/>
                </a:solidFill>
              </a:rPr>
              <a:t>,</a:t>
            </a:r>
          </a:p>
          <a:p>
            <a:pPr algn="r"/>
            <a:r>
              <a:rPr lang="en-IN" b="1" dirty="0">
                <a:solidFill>
                  <a:srgbClr val="002060"/>
                </a:solidFill>
              </a:rPr>
              <a:t>Assistant Professor,</a:t>
            </a:r>
          </a:p>
          <a:p>
            <a:pPr algn="r"/>
            <a:r>
              <a:rPr lang="en-IN" b="1" dirty="0">
                <a:solidFill>
                  <a:srgbClr val="002060"/>
                </a:solidFill>
              </a:rPr>
              <a:t>Department of AI&amp;ML,</a:t>
            </a:r>
          </a:p>
          <a:p>
            <a:pPr algn="r"/>
            <a:r>
              <a:rPr lang="en-IN" b="1" dirty="0">
                <a:solidFill>
                  <a:srgbClr val="002060"/>
                </a:solidFill>
              </a:rPr>
              <a:t>Jerusalem College of Engineering.</a:t>
            </a:r>
          </a:p>
        </p:txBody>
      </p:sp>
    </p:spTree>
    <p:extLst>
      <p:ext uri="{BB962C8B-B14F-4D97-AF65-F5344CB8AC3E}">
        <p14:creationId xmlns:p14="http://schemas.microsoft.com/office/powerpoint/2010/main" val="322385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D622-4A6B-1329-911C-2EBFDD24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707C5-1AAF-8B88-16C8-4FDAFDB7E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5139C-94D7-DF7A-8C3C-FE37D4BA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632" y="52275"/>
            <a:ext cx="8284733" cy="644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6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E3DE-DE99-8321-E981-97A962F5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1A69-0F56-0355-127C-4F8D5B4E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896E4-F9C1-5C43-20D4-E4DFE1CE1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F0AEA6-69DE-E237-C4C6-F28DBA840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873" y="0"/>
            <a:ext cx="9052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0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5183-1688-4032-8801-F8F769A9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5719-BC2F-2D86-8A9D-75C2BB342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510F0-A232-1ED5-0406-16443FB18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17" y="0"/>
            <a:ext cx="10456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21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8433-CA04-64AB-58D2-EA7A3BEA4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FABFE-44E6-E79B-13D2-9F19CC27D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6365B-585F-C169-A9D0-B149CBA94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478" y="0"/>
            <a:ext cx="78290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73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6C7F1-8069-6363-23CD-743677FB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21668-8957-6D9C-5787-30D347155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85BA0-8892-0DF9-9FFA-ED10249BF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80" y="0"/>
            <a:ext cx="8800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9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F5B6-DC3C-326C-8D0F-CEF7EFF1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31F1-DBA7-E57D-8F9D-1F93D9489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047D2-22AE-322C-B0ED-CDFC34189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73" y="0"/>
            <a:ext cx="9207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1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C1AA-79D0-7D1A-022E-1435D538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8C96-52C1-9AF4-D3D3-3C2A42062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15141-FC35-9D8C-CEFD-A2F7596EA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1" y="2085787"/>
            <a:ext cx="10593278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4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69E6-4744-7D39-6DAE-5CA16024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E3C68-B501-A95B-59F5-B702718C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63808-6B67-1D90-5CB3-21A509666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102"/>
            <a:ext cx="12192000" cy="549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8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B7EA-CCFB-E5B2-6005-4F3FE596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614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F113-239D-719F-5E3E-51B3BCC5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62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24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String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Amalraj T</dc:creator>
  <cp:lastModifiedBy>Amalraj T</cp:lastModifiedBy>
  <cp:revision>1</cp:revision>
  <dcterms:created xsi:type="dcterms:W3CDTF">2025-03-08T01:40:14Z</dcterms:created>
  <dcterms:modified xsi:type="dcterms:W3CDTF">2025-03-08T02:03:11Z</dcterms:modified>
</cp:coreProperties>
</file>
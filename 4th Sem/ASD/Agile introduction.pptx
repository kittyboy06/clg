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0" r:id="rId4"/>
    <p:sldId id="261" r:id="rId5"/>
    <p:sldId id="259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18512-CB1A-4BA9-A92A-537501915359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ACC3F-AB1E-4D8E-9518-9578076B95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11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86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5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1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2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4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44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0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49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3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5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6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D10CE-543D-475E-A3A9-F3A9A27CDB9D}" type="datetimeFigureOut">
              <a:rPr lang="en-IN" smtClean="0"/>
              <a:t>23-01-2025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FD2E2-3389-4705-9AA9-9923A84A8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3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The software process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GB" dirty="0"/>
              <a:t>A structured set of activities required to develop a </a:t>
            </a:r>
            <a:r>
              <a:rPr lang="en-GB" dirty="0" smtClean="0"/>
              <a:t>software </a:t>
            </a:r>
            <a:r>
              <a:rPr lang="en-GB" dirty="0"/>
              <a:t>system</a:t>
            </a:r>
          </a:p>
          <a:p>
            <a:pPr lvl="1"/>
            <a:r>
              <a:rPr lang="en-GB" dirty="0"/>
              <a:t>Specification</a:t>
            </a:r>
          </a:p>
          <a:p>
            <a:pPr lvl="1"/>
            <a:r>
              <a:rPr lang="en-GB" dirty="0"/>
              <a:t>Design</a:t>
            </a:r>
          </a:p>
          <a:p>
            <a:pPr lvl="1"/>
            <a:r>
              <a:rPr lang="en-GB" dirty="0"/>
              <a:t>Validation</a:t>
            </a:r>
          </a:p>
          <a:p>
            <a:pPr lvl="1"/>
            <a:r>
              <a:rPr lang="en-GB" dirty="0"/>
              <a:t>Evolution</a:t>
            </a:r>
          </a:p>
          <a:p>
            <a:r>
              <a:rPr lang="en-GB" dirty="0"/>
              <a:t>A software process model is an abstract representation of a process. It presents a description of a process from some particular perspective</a:t>
            </a:r>
          </a:p>
        </p:txBody>
      </p:sp>
    </p:spTree>
    <p:extLst>
      <p:ext uri="{BB962C8B-B14F-4D97-AF65-F5344CB8AC3E}">
        <p14:creationId xmlns:p14="http://schemas.microsoft.com/office/powerpoint/2010/main" val="20490835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Waterfall model</a:t>
            </a:r>
          </a:p>
        </p:txBody>
      </p:sp>
      <p:pic>
        <p:nvPicPr>
          <p:cNvPr id="2765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5" y="1555160"/>
            <a:ext cx="8340552" cy="4902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5330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Agile?</a:t>
            </a:r>
          </a:p>
          <a:p>
            <a:r>
              <a:rPr lang="en-US" b="1" dirty="0" smtClean="0"/>
              <a:t>Agile is literally the ability to respond to change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Nowadays, when consumers’ expectation changes more quickly than what business owners can predict, applying an agile methodology and incrementally figuring things out will help steer clear of serious risks.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93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is Agile Software Development?</a:t>
            </a:r>
          </a:p>
          <a:p>
            <a:pPr algn="just"/>
            <a:r>
              <a:rPr lang="en-US" dirty="0"/>
              <a:t>The agile model in software engineering is an iterative adaptive software development approach that </a:t>
            </a:r>
            <a:r>
              <a:rPr lang="en-US" b="1" dirty="0"/>
              <a:t>emphasizes flexibility, collaboration, iterative development, and rapid response to change</a:t>
            </a:r>
            <a:r>
              <a:rPr lang="en-US" dirty="0"/>
              <a:t>. </a:t>
            </a:r>
          </a:p>
          <a:p>
            <a:pPr algn="just"/>
            <a:r>
              <a:rPr lang="en-US" dirty="0"/>
              <a:t>An Agile delivery model comprises small releases through small iterations. During each iteration, IT experts will carry out a particular amount of work and have the deliverable reviewed by stakeholders. Iterations are built upon each other, the latter outcome is better than the former, until the product reaches product-market fit.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694198"/>
              </p:ext>
            </p:extLst>
          </p:nvPr>
        </p:nvGraphicFramePr>
        <p:xfrm>
          <a:off x="467544" y="1590790"/>
          <a:ext cx="8136903" cy="5150578"/>
        </p:xfrm>
        <a:graphic>
          <a:graphicData uri="http://schemas.openxmlformats.org/drawingml/2006/table">
            <a:tbl>
              <a:tblPr/>
              <a:tblGrid>
                <a:gridCol w="2712301"/>
                <a:gridCol w="2712301"/>
                <a:gridCol w="2712301"/>
              </a:tblGrid>
              <a:tr h="445698"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>
                          <a:effectLst/>
                          <a:latin typeface="var(--fontweight--table-heading--pc)"/>
                        </a:rPr>
                        <a:t> 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effectLst/>
                          <a:latin typeface="var(--fontweight--table-heading--pc)"/>
                        </a:rPr>
                        <a:t>Traditional approach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>
                          <a:effectLst/>
                          <a:latin typeface="var(--fontweight--table-heading--pc)"/>
                        </a:rPr>
                        <a:t>Agile approach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698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Development life cycle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Linear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Iterative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698"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Style of development 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Anticipatory 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Adaptive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5230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Guidance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var(--fontweight--table--pc)"/>
                        </a:rPr>
                        <a:t>Based on traditional requirements Completely defined upfront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var(--fontweight--table--pc)"/>
                        </a:rPr>
                        <a:t>Based on user stories Fundamentally defined upfront and evolved during the project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580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Documentation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Meticulous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var(--fontweight--table--pc)"/>
                        </a:rPr>
                        <a:t>Compact, partially replaced by direct discussion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698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Management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Process centric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Collaboration centric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698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Client involvement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Low involvement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Frequent, active involvement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580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Delivery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var(--fontweight--table--pc)"/>
                        </a:rPr>
                        <a:t>All at once, in a big batch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var(--fontweight--table--pc)"/>
                        </a:rPr>
                        <a:t>Batch by batch, the latter is better than the earlier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698">
                <a:tc>
                  <a:txBody>
                    <a:bodyPr/>
                    <a:lstStyle/>
                    <a:p>
                      <a:r>
                        <a:rPr lang="en-IN" sz="1100">
                          <a:effectLst/>
                          <a:latin typeface="var(--fontweight--table--pc)"/>
                        </a:rPr>
                        <a:t>Measure of success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Conformance to plan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effectLst/>
                          <a:latin typeface="var(--fontweight--table--pc)"/>
                        </a:rPr>
                        <a:t>Usability and product-market fit</a:t>
                      </a:r>
                    </a:p>
                  </a:txBody>
                  <a:tcPr marL="28968" marR="28968" marT="28968" marB="2896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4" y="412069"/>
            <a:ext cx="71910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ar(--fontweight--h2--pc)"/>
                <a:cs typeface="Arial" pitchFamily="34" charset="0"/>
              </a:rPr>
              <a:t>Traditional vs. Agile Approach To Software Development 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7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PRINCIPLES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Our highest priority is to satisfy the customer through the early and continuous delivery of valuable software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Welcome changing requirements, even late in development. Agile processes harness change for the customer’s competitive advantage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Deliver working software frequently, from a couple of weeks to a couple of months, with a preference to the shorter timescale.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72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4. Business people and developers must work together daily throughout the project.</a:t>
            </a:r>
          </a:p>
          <a:p>
            <a:pPr marL="0" indent="0">
              <a:buNone/>
            </a:pPr>
            <a:r>
              <a:rPr lang="en-US" dirty="0" smtClean="0"/>
              <a:t>5.Build </a:t>
            </a:r>
            <a:r>
              <a:rPr lang="en-US" dirty="0"/>
              <a:t>projects around motivated individuals. Give them the environment and support they need, and trust them to get the job done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6. The </a:t>
            </a:r>
            <a:r>
              <a:rPr lang="en-US" dirty="0"/>
              <a:t>most efficient and effective method of conveying information to and within a development team is face-to-face conversation.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43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7. Working </a:t>
            </a:r>
            <a:r>
              <a:rPr lang="en-US" dirty="0"/>
              <a:t>software is the primary measure of progress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8. Agile </a:t>
            </a:r>
            <a:r>
              <a:rPr lang="en-US" dirty="0"/>
              <a:t>processes promote sustainable development. The sponsors, developers, and users should be able to maintain a constant pace indefinitely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9.Continuous </a:t>
            </a:r>
            <a:r>
              <a:rPr lang="en-US" dirty="0"/>
              <a:t>attention to technical excellence and good design enhances agility.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67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10. Simplicity–the </a:t>
            </a:r>
            <a:r>
              <a:rPr lang="en-US" dirty="0"/>
              <a:t>art of maximizing the amount of work not done–is essential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11.The </a:t>
            </a:r>
            <a:r>
              <a:rPr lang="en-US" dirty="0"/>
              <a:t>best architectures, requirements, and designs emerge from self-organizing </a:t>
            </a:r>
            <a:r>
              <a:rPr lang="en-US" dirty="0" smtClean="0"/>
              <a:t>teams.</a:t>
            </a:r>
          </a:p>
          <a:p>
            <a:pPr marL="0" indent="0">
              <a:buNone/>
            </a:pPr>
            <a:r>
              <a:rPr lang="en-US" dirty="0" smtClean="0"/>
              <a:t>12.At </a:t>
            </a:r>
            <a:r>
              <a:rPr lang="en-US" dirty="0"/>
              <a:t>regular intervals, the team reflects on how to become more effective, then tunes and adjusts its behavior accordingly.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73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412</Words>
  <Application>Microsoft Office PowerPoint</Application>
  <PresentationFormat>On-screen Show (4:3)</PresentationFormat>
  <Paragraphs>56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 software process</vt:lpstr>
      <vt:lpstr>Waterfall model</vt:lpstr>
      <vt:lpstr>PowerPoint Presentation</vt:lpstr>
      <vt:lpstr> </vt:lpstr>
      <vt:lpstr>PowerPoint Presentation</vt:lpstr>
      <vt:lpstr>AGILE PRINCIPLES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process</dc:title>
  <dc:creator>Admin</dc:creator>
  <cp:lastModifiedBy>Admin</cp:lastModifiedBy>
  <cp:revision>8</cp:revision>
  <dcterms:created xsi:type="dcterms:W3CDTF">2025-01-03T09:52:58Z</dcterms:created>
  <dcterms:modified xsi:type="dcterms:W3CDTF">2025-01-23T06:23:12Z</dcterms:modified>
</cp:coreProperties>
</file>
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61" r:id="rId4"/>
    <p:sldId id="262" r:id="rId5"/>
    <p:sldId id="263" r:id="rId6"/>
    <p:sldId id="279" r:id="rId7"/>
    <p:sldId id="283" r:id="rId8"/>
    <p:sldId id="260" r:id="rId9"/>
    <p:sldId id="265" r:id="rId10"/>
    <p:sldId id="272" r:id="rId11"/>
    <p:sldId id="271" r:id="rId12"/>
    <p:sldId id="273" r:id="rId13"/>
    <p:sldId id="275" r:id="rId14"/>
    <p:sldId id="278" r:id="rId15"/>
    <p:sldId id="27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A77348-6401-4A51-ADE7-DC97145190BA}" v="18" dt="2022-10-18T13:45:44.749"/>
    <p1510:client id="{19B7EDA1-9CAF-422C-8BCB-359D6A8FFC0A}" v="251" dt="2022-09-29T16:10:12.243"/>
    <p1510:client id="{3B1C9337-BFB4-4D90-A23A-F6951EAF75B2}" v="570" dt="2022-10-01T14:21:52.168"/>
    <p1510:client id="{BFA6AAED-C4BC-4F9F-AF0D-BCB5E15589B9}" v="219" dt="2022-09-29T13:39:50.279"/>
    <p1510:client id="{D5A0A7C7-632E-40A0-93B7-400423C6E2C9}" v="4" dt="2022-10-18T14:09:17.216"/>
    <p1510:client id="{DAE04A0F-5877-4C6E-BE16-F5C62289A833}" v="65" dt="2022-10-19T13:19:10.049"/>
    <p1510:client id="{FDDE89F8-057F-4CE6-B663-096436D754C0}" v="127" dt="2022-10-18T13:16:06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4a1ea7f34b523fce" providerId="Windows Live" clId="Web-{3B1C9337-BFB4-4D90-A23A-F6951EAF75B2}"/>
    <pc:docChg chg="addSld delSld modSld sldOrd">
      <pc:chgData name="Guest User" userId="4a1ea7f34b523fce" providerId="Windows Live" clId="Web-{3B1C9337-BFB4-4D90-A23A-F6951EAF75B2}" dt="2022-10-01T14:21:54.433" v="651" actId="20577"/>
      <pc:docMkLst>
        <pc:docMk/>
      </pc:docMkLst>
      <pc:sldChg chg="ord">
        <pc:chgData name="Guest User" userId="4a1ea7f34b523fce" providerId="Windows Live" clId="Web-{3B1C9337-BFB4-4D90-A23A-F6951EAF75B2}" dt="2022-10-01T12:36:22.105" v="100"/>
        <pc:sldMkLst>
          <pc:docMk/>
          <pc:sldMk cId="3056580730" sldId="258"/>
        </pc:sldMkLst>
      </pc:sldChg>
      <pc:sldChg chg="addSp delSp modSp mod modClrScheme chgLayout">
        <pc:chgData name="Guest User" userId="4a1ea7f34b523fce" providerId="Windows Live" clId="Web-{3B1C9337-BFB4-4D90-A23A-F6951EAF75B2}" dt="2022-10-01T13:01:43.411" v="266" actId="14100"/>
        <pc:sldMkLst>
          <pc:docMk/>
          <pc:sldMk cId="3083901908" sldId="259"/>
        </pc:sldMkLst>
        <pc:spChg chg="mod ord">
          <ac:chgData name="Guest User" userId="4a1ea7f34b523fce" providerId="Windows Live" clId="Web-{3B1C9337-BFB4-4D90-A23A-F6951EAF75B2}" dt="2022-10-01T12:58:33.205" v="237"/>
          <ac:spMkLst>
            <pc:docMk/>
            <pc:sldMk cId="3083901908" sldId="259"/>
            <ac:spMk id="2" creationId="{F2F6E617-3894-9BF3-740A-39E375564218}"/>
          </ac:spMkLst>
        </pc:spChg>
        <pc:spChg chg="del">
          <ac:chgData name="Guest User" userId="4a1ea7f34b523fce" providerId="Windows Live" clId="Web-{3B1C9337-BFB4-4D90-A23A-F6951EAF75B2}" dt="2022-10-01T12:50:36.335" v="139"/>
          <ac:spMkLst>
            <pc:docMk/>
            <pc:sldMk cId="3083901908" sldId="259"/>
            <ac:spMk id="3" creationId="{92F2390D-6DE3-9798-8CE4-D335E53B9D45}"/>
          </ac:spMkLst>
        </pc:spChg>
        <pc:spChg chg="add del mod">
          <ac:chgData name="Guest User" userId="4a1ea7f34b523fce" providerId="Windows Live" clId="Web-{3B1C9337-BFB4-4D90-A23A-F6951EAF75B2}" dt="2022-10-01T12:49:54.366" v="138"/>
          <ac:spMkLst>
            <pc:docMk/>
            <pc:sldMk cId="3083901908" sldId="259"/>
            <ac:spMk id="4" creationId="{9C6ECCEC-3E0A-28A2-DB3A-2E838C22CE16}"/>
          </ac:spMkLst>
        </pc:spChg>
        <pc:spChg chg="add del mod">
          <ac:chgData name="Guest User" userId="4a1ea7f34b523fce" providerId="Windows Live" clId="Web-{3B1C9337-BFB4-4D90-A23A-F6951EAF75B2}" dt="2022-10-01T12:51:16.211" v="143"/>
          <ac:spMkLst>
            <pc:docMk/>
            <pc:sldMk cId="3083901908" sldId="259"/>
            <ac:spMk id="61" creationId="{FE09D709-F2DD-82CF-EC8C-4B7274580346}"/>
          </ac:spMkLst>
        </pc:spChg>
        <pc:spChg chg="add del mod">
          <ac:chgData name="Guest User" userId="4a1ea7f34b523fce" providerId="Windows Live" clId="Web-{3B1C9337-BFB4-4D90-A23A-F6951EAF75B2}" dt="2022-10-01T12:58:42.268" v="243"/>
          <ac:spMkLst>
            <pc:docMk/>
            <pc:sldMk cId="3083901908" sldId="259"/>
            <ac:spMk id="453" creationId="{F4026279-5CFD-FDA8-8A37-FF54382AF7D8}"/>
          </ac:spMkLst>
        </pc:spChg>
        <pc:spChg chg="add del">
          <ac:chgData name="Guest User" userId="4a1ea7f34b523fce" providerId="Windows Live" clId="Web-{3B1C9337-BFB4-4D90-A23A-F6951EAF75B2}" dt="2022-10-01T12:58:14.736" v="226"/>
          <ac:spMkLst>
            <pc:docMk/>
            <pc:sldMk cId="3083901908" sldId="259"/>
            <ac:spMk id="491" creationId="{C9710280-FEB8-A9F4-6B8D-7F2AFBFC0C3C}"/>
          </ac:spMkLst>
        </pc:spChg>
        <pc:spChg chg="add del mod">
          <ac:chgData name="Guest User" userId="4a1ea7f34b523fce" providerId="Windows Live" clId="Web-{3B1C9337-BFB4-4D90-A23A-F6951EAF75B2}" dt="2022-10-01T13:00:56.567" v="260"/>
          <ac:spMkLst>
            <pc:docMk/>
            <pc:sldMk cId="3083901908" sldId="259"/>
            <ac:spMk id="571" creationId="{2B9D7EED-D366-A4BC-E50A-0334CEFDA626}"/>
          </ac:spMkLst>
        </pc:spChg>
        <pc:graphicFrameChg chg="add del mod ord modGraphic">
          <ac:chgData name="Guest User" userId="4a1ea7f34b523fce" providerId="Windows Live" clId="Web-{3B1C9337-BFB4-4D90-A23A-F6951EAF75B2}" dt="2022-10-01T12:51:09.320" v="142"/>
          <ac:graphicFrameMkLst>
            <pc:docMk/>
            <pc:sldMk cId="3083901908" sldId="259"/>
            <ac:graphicFrameMk id="5" creationId="{E26F4AB0-BAE4-E97E-310E-1937F1ADCF9C}"/>
          </ac:graphicFrameMkLst>
        </pc:graphicFrameChg>
        <pc:graphicFrameChg chg="add del mod ord modGraphic">
          <ac:chgData name="Guest User" userId="4a1ea7f34b523fce" providerId="Windows Live" clId="Web-{3B1C9337-BFB4-4D90-A23A-F6951EAF75B2}" dt="2022-10-01T12:58:43.534" v="244" actId="14100"/>
          <ac:graphicFrameMkLst>
            <pc:docMk/>
            <pc:sldMk cId="3083901908" sldId="259"/>
            <ac:graphicFrameMk id="62" creationId="{69C53823-EBF9-A691-5407-8A30BC078E12}"/>
          </ac:graphicFrameMkLst>
        </pc:graphicFrameChg>
        <pc:cxnChg chg="add del mod">
          <ac:chgData name="Guest User" userId="4a1ea7f34b523fce" providerId="Windows Live" clId="Web-{3B1C9337-BFB4-4D90-A23A-F6951EAF75B2}" dt="2022-10-01T12:58:21.408" v="231"/>
          <ac:cxnSpMkLst>
            <pc:docMk/>
            <pc:sldMk cId="3083901908" sldId="259"/>
            <ac:cxnSpMk id="490" creationId="{6367C9C1-CEAF-1B19-8758-EC5D10068E76}"/>
          </ac:cxnSpMkLst>
        </pc:cxnChg>
        <pc:cxnChg chg="add mod">
          <ac:chgData name="Guest User" userId="4a1ea7f34b523fce" providerId="Windows Live" clId="Web-{3B1C9337-BFB4-4D90-A23A-F6951EAF75B2}" dt="2022-10-01T13:00:28.363" v="257"/>
          <ac:cxnSpMkLst>
            <pc:docMk/>
            <pc:sldMk cId="3083901908" sldId="259"/>
            <ac:cxnSpMk id="570" creationId="{32B2D561-9450-E037-56B4-98163E55186B}"/>
          </ac:cxnSpMkLst>
        </pc:cxnChg>
        <pc:cxnChg chg="add mod">
          <ac:chgData name="Guest User" userId="4a1ea7f34b523fce" providerId="Windows Live" clId="Web-{3B1C9337-BFB4-4D90-A23A-F6951EAF75B2}" dt="2022-10-01T13:01:43.411" v="266" actId="14100"/>
          <ac:cxnSpMkLst>
            <pc:docMk/>
            <pc:sldMk cId="3083901908" sldId="259"/>
            <ac:cxnSpMk id="572" creationId="{89AA1AAA-6BE6-4D7F-0122-10C2EAC59027}"/>
          </ac:cxnSpMkLst>
        </pc:cxnChg>
      </pc:sldChg>
      <pc:sldChg chg="addSp delSp modSp mod setBg">
        <pc:chgData name="Guest User" userId="4a1ea7f34b523fce" providerId="Windows Live" clId="Web-{3B1C9337-BFB4-4D90-A23A-F6951EAF75B2}" dt="2022-10-01T13:58:03.271" v="559" actId="20577"/>
        <pc:sldMkLst>
          <pc:docMk/>
          <pc:sldMk cId="2960041164" sldId="260"/>
        </pc:sldMkLst>
        <pc:spChg chg="mod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2" creationId="{4C104DE2-2273-EB83-77A0-1E7498ED17C8}"/>
          </ac:spMkLst>
        </pc:spChg>
        <pc:spChg chg="del mod">
          <ac:chgData name="Guest User" userId="4a1ea7f34b523fce" providerId="Windows Live" clId="Web-{3B1C9337-BFB4-4D90-A23A-F6951EAF75B2}" dt="2022-10-01T13:17:02.158" v="335"/>
          <ac:spMkLst>
            <pc:docMk/>
            <pc:sldMk cId="2960041164" sldId="260"/>
            <ac:spMk id="3" creationId="{5C8B56A4-C1E3-6E20-0343-56FC37CDB19F}"/>
          </ac:spMkLst>
        </pc:spChg>
        <pc:spChg chg="add mod">
          <ac:chgData name="Guest User" userId="4a1ea7f34b523fce" providerId="Windows Live" clId="Web-{3B1C9337-BFB4-4D90-A23A-F6951EAF75B2}" dt="2022-10-01T13:58:03.271" v="559" actId="20577"/>
          <ac:spMkLst>
            <pc:docMk/>
            <pc:sldMk cId="2960041164" sldId="260"/>
            <ac:spMk id="6" creationId="{8DDF3CE6-09D3-3603-9765-D4314D466913}"/>
          </ac:spMkLst>
        </pc:spChg>
        <pc:spChg chg="add del">
          <ac:chgData name="Guest User" userId="4a1ea7f34b523fce" providerId="Windows Live" clId="Web-{3B1C9337-BFB4-4D90-A23A-F6951EAF75B2}" dt="2022-10-01T13:22:04.959" v="386"/>
          <ac:spMkLst>
            <pc:docMk/>
            <pc:sldMk cId="2960041164" sldId="260"/>
            <ac:spMk id="8" creationId="{D6E5E839-040E-4D3E-B50A-8D803DFE4AE0}"/>
          </ac:spMkLst>
        </pc:spChg>
        <pc:spChg chg="add del">
          <ac:chgData name="Guest User" userId="4a1ea7f34b523fce" providerId="Windows Live" clId="Web-{3B1C9337-BFB4-4D90-A23A-F6951EAF75B2}" dt="2022-10-01T13:22:04.959" v="386"/>
          <ac:spMkLst>
            <pc:docMk/>
            <pc:sldMk cId="2960041164" sldId="260"/>
            <ac:spMk id="10" creationId="{FFF3F4B4-A2E6-47B5-92FB-37BEEAFA4CC0}"/>
          </ac:spMkLst>
        </pc:spChg>
        <pc:spChg chg="add del">
          <ac:chgData name="Guest User" userId="4a1ea7f34b523fce" providerId="Windows Live" clId="Web-{3B1C9337-BFB4-4D90-A23A-F6951EAF75B2}" dt="2022-10-01T13:22:04.959" v="386"/>
          <ac:spMkLst>
            <pc:docMk/>
            <pc:sldMk cId="2960041164" sldId="260"/>
            <ac:spMk id="12" creationId="{1D124D17-3A82-47D5-80C1-F990ABB1E41E}"/>
          </ac:spMkLst>
        </pc:spChg>
        <pc:spChg chg="add del">
          <ac:chgData name="Guest User" userId="4a1ea7f34b523fce" providerId="Windows Live" clId="Web-{3B1C9337-BFB4-4D90-A23A-F6951EAF75B2}" dt="2022-10-01T13:22:04.959" v="386"/>
          <ac:spMkLst>
            <pc:docMk/>
            <pc:sldMk cId="2960041164" sldId="260"/>
            <ac:spMk id="14" creationId="{AB4A78C8-C0E0-45DA-BC2C-2C8D4153BDFC}"/>
          </ac:spMkLst>
        </pc:spChg>
        <pc:spChg chg="add del">
          <ac:chgData name="Guest User" userId="4a1ea7f34b523fce" providerId="Windows Live" clId="Web-{3B1C9337-BFB4-4D90-A23A-F6951EAF75B2}" dt="2022-10-01T13:22:50.913" v="388"/>
          <ac:spMkLst>
            <pc:docMk/>
            <pc:sldMk cId="2960041164" sldId="260"/>
            <ac:spMk id="19" creationId="{DC878D9A-77BE-4701-AE3D-EEFC53CD50BC}"/>
          </ac:spMkLst>
        </pc:spChg>
        <pc:spChg chg="add del">
          <ac:chgData name="Guest User" userId="4a1ea7f34b523fce" providerId="Windows Live" clId="Web-{3B1C9337-BFB4-4D90-A23A-F6951EAF75B2}" dt="2022-10-01T13:22:50.913" v="388"/>
          <ac:spMkLst>
            <pc:docMk/>
            <pc:sldMk cId="2960041164" sldId="260"/>
            <ac:spMk id="21" creationId="{F643BE08-0ED1-4B73-AC6D-B7E26A59CDAA}"/>
          </ac:spMkLst>
        </pc:spChg>
        <pc:spChg chg="add del">
          <ac:chgData name="Guest User" userId="4a1ea7f34b523fce" providerId="Windows Live" clId="Web-{3B1C9337-BFB4-4D90-A23A-F6951EAF75B2}" dt="2022-10-01T13:22:50.913" v="388"/>
          <ac:spMkLst>
            <pc:docMk/>
            <pc:sldMk cId="2960041164" sldId="260"/>
            <ac:spMk id="23" creationId="{956B2094-7FC0-45FC-BFED-3CB88CEE63F5}"/>
          </ac:spMkLst>
        </pc:spChg>
        <pc:spChg chg="add del">
          <ac:chgData name="Guest User" userId="4a1ea7f34b523fce" providerId="Windows Live" clId="Web-{3B1C9337-BFB4-4D90-A23A-F6951EAF75B2}" dt="2022-10-01T13:22:50.913" v="388"/>
          <ac:spMkLst>
            <pc:docMk/>
            <pc:sldMk cId="2960041164" sldId="260"/>
            <ac:spMk id="25" creationId="{07A4B640-BB7F-4272-A710-068DBA9F9A6E}"/>
          </ac:spMkLst>
        </pc:spChg>
        <pc:spChg chg="add del">
          <ac:chgData name="Guest User" userId="4a1ea7f34b523fce" providerId="Windows Live" clId="Web-{3B1C9337-BFB4-4D90-A23A-F6951EAF75B2}" dt="2022-10-01T13:57:13.786" v="557"/>
          <ac:spMkLst>
            <pc:docMk/>
            <pc:sldMk cId="2960041164" sldId="260"/>
            <ac:spMk id="30" creationId="{52723366-C73B-4ED6-ADEF-29911C6BC55F}"/>
          </ac:spMkLst>
        </pc:spChg>
        <pc:spChg chg="add del">
          <ac:chgData name="Guest User" userId="4a1ea7f34b523fce" providerId="Windows Live" clId="Web-{3B1C9337-BFB4-4D90-A23A-F6951EAF75B2}" dt="2022-10-01T13:57:13.786" v="557"/>
          <ac:spMkLst>
            <pc:docMk/>
            <pc:sldMk cId="2960041164" sldId="260"/>
            <ac:spMk id="32" creationId="{847A4152-8E41-4D1C-B88C-57C5C430A69E}"/>
          </ac:spMkLst>
        </pc:spChg>
        <pc:spChg chg="add del">
          <ac:chgData name="Guest User" userId="4a1ea7f34b523fce" providerId="Windows Live" clId="Web-{3B1C9337-BFB4-4D90-A23A-F6951EAF75B2}" dt="2022-10-01T13:57:13.786" v="557"/>
          <ac:spMkLst>
            <pc:docMk/>
            <pc:sldMk cId="2960041164" sldId="260"/>
            <ac:spMk id="34" creationId="{999F76F5-72D4-4814-9169-8F535AEEB809}"/>
          </ac:spMkLst>
        </pc:spChg>
        <pc:spChg chg="add del">
          <ac:chgData name="Guest User" userId="4a1ea7f34b523fce" providerId="Windows Live" clId="Web-{3B1C9337-BFB4-4D90-A23A-F6951EAF75B2}" dt="2022-10-01T13:57:13.786" v="557"/>
          <ac:spMkLst>
            <pc:docMk/>
            <pc:sldMk cId="2960041164" sldId="260"/>
            <ac:spMk id="36" creationId="{C6202988-4466-42C5-B33A-AFABF051B4FE}"/>
          </ac:spMkLst>
        </pc:spChg>
        <pc:spChg chg="add del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41" creationId="{011FACCD-8B95-4879-B20F-26F41E8BC89A}"/>
          </ac:spMkLst>
        </pc:spChg>
        <pc:spChg chg="add del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43" creationId="{E9B2A7AA-2C45-40F0-B861-4EB9AA9F66F8}"/>
          </ac:spMkLst>
        </pc:spChg>
        <pc:spChg chg="add del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45" creationId="{3CE3689C-E8F8-4542-8800-E68B764AFD2E}"/>
          </ac:spMkLst>
        </pc:spChg>
        <pc:spChg chg="add del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47" creationId="{52467CA7-F767-4582-9BB7-0B1AF75DF721}"/>
          </ac:spMkLst>
        </pc:spChg>
        <pc:spChg chg="add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52" creationId="{DC878D9A-77BE-4701-AE3D-EEFC53CD50BC}"/>
          </ac:spMkLst>
        </pc:spChg>
        <pc:spChg chg="add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54" creationId="{F643BE08-0ED1-4B73-AC6D-B7E26A59CDAA}"/>
          </ac:spMkLst>
        </pc:spChg>
        <pc:spChg chg="add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56" creationId="{956B2094-7FC0-45FC-BFED-3CB88CEE63F5}"/>
          </ac:spMkLst>
        </pc:spChg>
        <pc:spChg chg="add">
          <ac:chgData name="Guest User" userId="4a1ea7f34b523fce" providerId="Windows Live" clId="Web-{3B1C9337-BFB4-4D90-A23A-F6951EAF75B2}" dt="2022-10-01T13:57:49.895" v="558"/>
          <ac:spMkLst>
            <pc:docMk/>
            <pc:sldMk cId="2960041164" sldId="260"/>
            <ac:spMk id="58" creationId="{07A4B640-BB7F-4272-A710-068DBA9F9A6E}"/>
          </ac:spMkLst>
        </pc:spChg>
        <pc:picChg chg="add del mod ord">
          <ac:chgData name="Guest User" userId="4a1ea7f34b523fce" providerId="Windows Live" clId="Web-{3B1C9337-BFB4-4D90-A23A-F6951EAF75B2}" dt="2022-10-01T13:17:24.080" v="339"/>
          <ac:picMkLst>
            <pc:docMk/>
            <pc:sldMk cId="2960041164" sldId="260"/>
            <ac:picMk id="4" creationId="{13169EF8-F481-8965-4BBA-8E402EE7E0CE}"/>
          </ac:picMkLst>
        </pc:picChg>
      </pc:sldChg>
      <pc:sldChg chg="addSp delSp modSp">
        <pc:chgData name="Guest User" userId="4a1ea7f34b523fce" providerId="Windows Live" clId="Web-{3B1C9337-BFB4-4D90-A23A-F6951EAF75B2}" dt="2022-10-01T12:35:58.542" v="99" actId="20577"/>
        <pc:sldMkLst>
          <pc:docMk/>
          <pc:sldMk cId="1069970356" sldId="261"/>
        </pc:sldMkLst>
        <pc:spChg chg="add mod">
          <ac:chgData name="Guest User" userId="4a1ea7f34b523fce" providerId="Windows Live" clId="Web-{3B1C9337-BFB4-4D90-A23A-F6951EAF75B2}" dt="2022-10-01T12:35:58.542" v="99" actId="20577"/>
          <ac:spMkLst>
            <pc:docMk/>
            <pc:sldMk cId="1069970356" sldId="261"/>
            <ac:spMk id="5" creationId="{894A00C5-A649-9243-1D86-529AD02F1D6C}"/>
          </ac:spMkLst>
        </pc:spChg>
        <pc:spChg chg="del">
          <ac:chgData name="Guest User" userId="4a1ea7f34b523fce" providerId="Windows Live" clId="Web-{3B1C9337-BFB4-4D90-A23A-F6951EAF75B2}" dt="2022-10-01T12:31:13.273" v="0"/>
          <ac:spMkLst>
            <pc:docMk/>
            <pc:sldMk cId="1069970356" sldId="261"/>
            <ac:spMk id="289" creationId="{EEB4129E-CD3E-2765-2342-920A3080DD95}"/>
          </ac:spMkLst>
        </pc:spChg>
        <pc:graphicFrameChg chg="add mod modGraphic">
          <ac:chgData name="Guest User" userId="4a1ea7f34b523fce" providerId="Windows Live" clId="Web-{3B1C9337-BFB4-4D90-A23A-F6951EAF75B2}" dt="2022-10-01T12:35:17.198" v="94"/>
          <ac:graphicFrameMkLst>
            <pc:docMk/>
            <pc:sldMk cId="1069970356" sldId="261"/>
            <ac:graphicFrameMk id="3" creationId="{CAB53496-4993-F2DA-23A0-634008DDC28C}"/>
          </ac:graphicFrameMkLst>
        </pc:graphicFrameChg>
      </pc:sldChg>
      <pc:sldChg chg="modSp new">
        <pc:chgData name="Guest User" userId="4a1ea7f34b523fce" providerId="Windows Live" clId="Web-{3B1C9337-BFB4-4D90-A23A-F6951EAF75B2}" dt="2022-10-01T12:44:47.393" v="134" actId="20577"/>
        <pc:sldMkLst>
          <pc:docMk/>
          <pc:sldMk cId="2399761401" sldId="262"/>
        </pc:sldMkLst>
        <pc:spChg chg="mod">
          <ac:chgData name="Guest User" userId="4a1ea7f34b523fce" providerId="Windows Live" clId="Web-{3B1C9337-BFB4-4D90-A23A-F6951EAF75B2}" dt="2022-10-01T12:42:28.954" v="124" actId="20577"/>
          <ac:spMkLst>
            <pc:docMk/>
            <pc:sldMk cId="2399761401" sldId="262"/>
            <ac:spMk id="2" creationId="{85EBC123-BE53-3432-A083-67235972C78A}"/>
          </ac:spMkLst>
        </pc:spChg>
        <pc:spChg chg="mod">
          <ac:chgData name="Guest User" userId="4a1ea7f34b523fce" providerId="Windows Live" clId="Web-{3B1C9337-BFB4-4D90-A23A-F6951EAF75B2}" dt="2022-10-01T12:44:47.393" v="134" actId="20577"/>
          <ac:spMkLst>
            <pc:docMk/>
            <pc:sldMk cId="2399761401" sldId="262"/>
            <ac:spMk id="3" creationId="{C863736C-7A05-6B45-BDEE-AFDD30DA0575}"/>
          </ac:spMkLst>
        </pc:spChg>
      </pc:sldChg>
      <pc:sldChg chg="modSp new">
        <pc:chgData name="Guest User" userId="4a1ea7f34b523fce" providerId="Windows Live" clId="Web-{3B1C9337-BFB4-4D90-A23A-F6951EAF75B2}" dt="2022-10-01T12:44:35.612" v="133" actId="20577"/>
        <pc:sldMkLst>
          <pc:docMk/>
          <pc:sldMk cId="2414775764" sldId="263"/>
        </pc:sldMkLst>
        <pc:spChg chg="mod">
          <ac:chgData name="Guest User" userId="4a1ea7f34b523fce" providerId="Windows Live" clId="Web-{3B1C9337-BFB4-4D90-A23A-F6951EAF75B2}" dt="2022-10-01T12:44:13.111" v="132" actId="20577"/>
          <ac:spMkLst>
            <pc:docMk/>
            <pc:sldMk cId="2414775764" sldId="263"/>
            <ac:spMk id="2" creationId="{C92B8307-31BC-9068-D7D9-D0B852606A86}"/>
          </ac:spMkLst>
        </pc:spChg>
        <pc:spChg chg="mod">
          <ac:chgData name="Guest User" userId="4a1ea7f34b523fce" providerId="Windows Live" clId="Web-{3B1C9337-BFB4-4D90-A23A-F6951EAF75B2}" dt="2022-10-01T12:44:35.612" v="133" actId="20577"/>
          <ac:spMkLst>
            <pc:docMk/>
            <pc:sldMk cId="2414775764" sldId="263"/>
            <ac:spMk id="3" creationId="{D033E5B5-B4AB-364D-20D9-EF36260433E3}"/>
          </ac:spMkLst>
        </pc:spChg>
      </pc:sldChg>
      <pc:sldChg chg="addSp delSp modSp new mod setBg modClrScheme chgLayout">
        <pc:chgData name="Guest User" userId="4a1ea7f34b523fce" providerId="Windows Live" clId="Web-{3B1C9337-BFB4-4D90-A23A-F6951EAF75B2}" dt="2022-10-01T13:19:31.676" v="379"/>
        <pc:sldMkLst>
          <pc:docMk/>
          <pc:sldMk cId="2734058827" sldId="264"/>
        </pc:sldMkLst>
        <pc:spChg chg="del">
          <ac:chgData name="Guest User" userId="4a1ea7f34b523fce" providerId="Windows Live" clId="Web-{3B1C9337-BFB4-4D90-A23A-F6951EAF75B2}" dt="2022-10-01T13:02:29.599" v="268"/>
          <ac:spMkLst>
            <pc:docMk/>
            <pc:sldMk cId="2734058827" sldId="264"/>
            <ac:spMk id="2" creationId="{4D88BC8F-4ABB-84CC-FEA2-D86011C1A174}"/>
          </ac:spMkLst>
        </pc:spChg>
        <pc:spChg chg="del">
          <ac:chgData name="Guest User" userId="4a1ea7f34b523fce" providerId="Windows Live" clId="Web-{3B1C9337-BFB4-4D90-A23A-F6951EAF75B2}" dt="2022-10-01T13:02:29.599" v="268"/>
          <ac:spMkLst>
            <pc:docMk/>
            <pc:sldMk cId="2734058827" sldId="264"/>
            <ac:spMk id="3" creationId="{9CDEE89F-96C7-23A7-EE8D-154ACFF8D3B4}"/>
          </ac:spMkLst>
        </pc:spChg>
        <pc:spChg chg="add mod">
          <ac:chgData name="Guest User" userId="4a1ea7f34b523fce" providerId="Windows Live" clId="Web-{3B1C9337-BFB4-4D90-A23A-F6951EAF75B2}" dt="2022-10-01T13:19:31.676" v="379"/>
          <ac:spMkLst>
            <pc:docMk/>
            <pc:sldMk cId="2734058827" sldId="264"/>
            <ac:spMk id="4" creationId="{4B029C4E-791C-FAC9-4827-E964A5D32BBC}"/>
          </ac:spMkLst>
        </pc:spChg>
        <pc:spChg chg="add del mod">
          <ac:chgData name="Guest User" userId="4a1ea7f34b523fce" providerId="Windows Live" clId="Web-{3B1C9337-BFB4-4D90-A23A-F6951EAF75B2}" dt="2022-10-01T13:05:41.977" v="303"/>
          <ac:spMkLst>
            <pc:docMk/>
            <pc:sldMk cId="2734058827" sldId="264"/>
            <ac:spMk id="5" creationId="{ED0D12FC-E76A-9D81-895A-049179A10DE0}"/>
          </ac:spMkLst>
        </pc:spChg>
        <pc:spChg chg="add">
          <ac:chgData name="Guest User" userId="4a1ea7f34b523fce" providerId="Windows Live" clId="Web-{3B1C9337-BFB4-4D90-A23A-F6951EAF75B2}" dt="2022-10-01T13:19:13.691" v="378"/>
          <ac:spMkLst>
            <pc:docMk/>
            <pc:sldMk cId="2734058827" sldId="264"/>
            <ac:spMk id="19" creationId="{1CD07172-CD61-45EB-BEE3-F644503E5C8A}"/>
          </ac:spMkLst>
        </pc:spChg>
        <pc:spChg chg="add">
          <ac:chgData name="Guest User" userId="4a1ea7f34b523fce" providerId="Windows Live" clId="Web-{3B1C9337-BFB4-4D90-A23A-F6951EAF75B2}" dt="2022-10-01T13:19:13.691" v="378"/>
          <ac:spMkLst>
            <pc:docMk/>
            <pc:sldMk cId="2734058827" sldId="264"/>
            <ac:spMk id="21" creationId="{1EADA5DB-ED12-413A-AAB5-6A8D1152E6C4}"/>
          </ac:spMkLst>
        </pc:spChg>
        <pc:spChg chg="add">
          <ac:chgData name="Guest User" userId="4a1ea7f34b523fce" providerId="Windows Live" clId="Web-{3B1C9337-BFB4-4D90-A23A-F6951EAF75B2}" dt="2022-10-01T13:19:13.691" v="378"/>
          <ac:spMkLst>
            <pc:docMk/>
            <pc:sldMk cId="2734058827" sldId="264"/>
            <ac:spMk id="23" creationId="{8BA45E5C-ACB9-49E8-B4DB-5255C2376673}"/>
          </ac:spMkLst>
        </pc:spChg>
        <pc:spChg chg="add">
          <ac:chgData name="Guest User" userId="4a1ea7f34b523fce" providerId="Windows Live" clId="Web-{3B1C9337-BFB4-4D90-A23A-F6951EAF75B2}" dt="2022-10-01T13:19:13.691" v="378"/>
          <ac:spMkLst>
            <pc:docMk/>
            <pc:sldMk cId="2734058827" sldId="264"/>
            <ac:spMk id="25" creationId="{857E618C-1D7B-4A51-90C1-6106CD8A1AE7}"/>
          </ac:spMkLst>
        </pc:spChg>
        <pc:grpChg chg="add">
          <ac:chgData name="Guest User" userId="4a1ea7f34b523fce" providerId="Windows Live" clId="Web-{3B1C9337-BFB4-4D90-A23A-F6951EAF75B2}" dt="2022-10-01T13:19:13.691" v="378"/>
          <ac:grpSpMkLst>
            <pc:docMk/>
            <pc:sldMk cId="2734058827" sldId="264"/>
            <ac:grpSpMk id="11" creationId="{749C117F-F390-437B-ADB0-57E87EFF34F5}"/>
          </ac:grpSpMkLst>
        </pc:grpChg>
        <pc:picChg chg="add mod">
          <ac:chgData name="Guest User" userId="4a1ea7f34b523fce" providerId="Windows Live" clId="Web-{3B1C9337-BFB4-4D90-A23A-F6951EAF75B2}" dt="2022-10-01T13:19:13.691" v="378"/>
          <ac:picMkLst>
            <pc:docMk/>
            <pc:sldMk cId="2734058827" sldId="264"/>
            <ac:picMk id="6" creationId="{B6E6E016-FE84-B25D-B0F1-044EF62788FC}"/>
          </ac:picMkLst>
        </pc:picChg>
        <pc:cxnChg chg="add">
          <ac:chgData name="Guest User" userId="4a1ea7f34b523fce" providerId="Windows Live" clId="Web-{3B1C9337-BFB4-4D90-A23A-F6951EAF75B2}" dt="2022-10-01T13:19:13.691" v="378"/>
          <ac:cxnSpMkLst>
            <pc:docMk/>
            <pc:sldMk cId="2734058827" sldId="264"/>
            <ac:cxnSpMk id="17" creationId="{20742BC3-654B-4E41-9A6A-73A42E477639}"/>
          </ac:cxnSpMkLst>
        </pc:cxnChg>
      </pc:sldChg>
      <pc:sldChg chg="addSp delSp modSp new mod setBg">
        <pc:chgData name="Guest User" userId="4a1ea7f34b523fce" providerId="Windows Live" clId="Web-{3B1C9337-BFB4-4D90-A23A-F6951EAF75B2}" dt="2022-10-01T13:56:23.160" v="546"/>
        <pc:sldMkLst>
          <pc:docMk/>
          <pc:sldMk cId="2666311247" sldId="265"/>
        </pc:sldMkLst>
        <pc:spChg chg="mod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2" creationId="{2A9CE0CB-F894-03F9-5585-D9DEBE83A3D5}"/>
          </ac:spMkLst>
        </pc:spChg>
        <pc:spChg chg="del mod">
          <ac:chgData name="Guest User" userId="4a1ea7f34b523fce" providerId="Windows Live" clId="Web-{3B1C9337-BFB4-4D90-A23A-F6951EAF75B2}" dt="2022-10-01T13:24:01.382" v="403"/>
          <ac:spMkLst>
            <pc:docMk/>
            <pc:sldMk cId="2666311247" sldId="265"/>
            <ac:spMk id="3" creationId="{BF4202BE-2BF6-4B14-4F02-8EEF2A557909}"/>
          </ac:spMkLst>
        </pc:spChg>
        <pc:spChg chg="add del">
          <ac:chgData name="Guest User" userId="4a1ea7f34b523fce" providerId="Windows Live" clId="Web-{3B1C9337-BFB4-4D90-A23A-F6951EAF75B2}" dt="2022-10-01T13:25:38.962" v="432"/>
          <ac:spMkLst>
            <pc:docMk/>
            <pc:sldMk cId="2666311247" sldId="265"/>
            <ac:spMk id="8" creationId="{DC878D9A-77BE-4701-AE3D-EEFC53CD50BC}"/>
          </ac:spMkLst>
        </pc:spChg>
        <pc:spChg chg="add del">
          <ac:chgData name="Guest User" userId="4a1ea7f34b523fce" providerId="Windows Live" clId="Web-{3B1C9337-BFB4-4D90-A23A-F6951EAF75B2}" dt="2022-10-01T13:25:38.962" v="432"/>
          <ac:spMkLst>
            <pc:docMk/>
            <pc:sldMk cId="2666311247" sldId="265"/>
            <ac:spMk id="10" creationId="{F643BE08-0ED1-4B73-AC6D-B7E26A59CDAA}"/>
          </ac:spMkLst>
        </pc:spChg>
        <pc:spChg chg="add del">
          <ac:chgData name="Guest User" userId="4a1ea7f34b523fce" providerId="Windows Live" clId="Web-{3B1C9337-BFB4-4D90-A23A-F6951EAF75B2}" dt="2022-10-01T13:25:38.962" v="432"/>
          <ac:spMkLst>
            <pc:docMk/>
            <pc:sldMk cId="2666311247" sldId="265"/>
            <ac:spMk id="12" creationId="{956B2094-7FC0-45FC-BFED-3CB88CEE63F5}"/>
          </ac:spMkLst>
        </pc:spChg>
        <pc:spChg chg="add del">
          <ac:chgData name="Guest User" userId="4a1ea7f34b523fce" providerId="Windows Live" clId="Web-{3B1C9337-BFB4-4D90-A23A-F6951EAF75B2}" dt="2022-10-01T13:25:38.962" v="432"/>
          <ac:spMkLst>
            <pc:docMk/>
            <pc:sldMk cId="2666311247" sldId="265"/>
            <ac:spMk id="14" creationId="{07A4B640-BB7F-4272-A710-068DBA9F9A6E}"/>
          </ac:spMkLst>
        </pc:spChg>
        <pc:spChg chg="add del">
          <ac:chgData name="Guest User" userId="4a1ea7f34b523fce" providerId="Windows Live" clId="Web-{3B1C9337-BFB4-4D90-A23A-F6951EAF75B2}" dt="2022-10-01T13:27:57.714" v="437"/>
          <ac:spMkLst>
            <pc:docMk/>
            <pc:sldMk cId="2666311247" sldId="265"/>
            <ac:spMk id="18" creationId="{373B7A0B-8EE5-A41A-F32C-8A507CE6D9A9}"/>
          </ac:spMkLst>
        </pc:spChg>
        <pc:spChg chg="add del">
          <ac:chgData name="Guest User" userId="4a1ea7f34b523fce" providerId="Windows Live" clId="Web-{3B1C9337-BFB4-4D90-A23A-F6951EAF75B2}" dt="2022-10-01T13:51:30.826" v="505"/>
          <ac:spMkLst>
            <pc:docMk/>
            <pc:sldMk cId="2666311247" sldId="265"/>
            <ac:spMk id="21" creationId="{22AC0F86-9A78-4E84-A4B4-ADB8B2629A0C}"/>
          </ac:spMkLst>
        </pc:spChg>
        <pc:spChg chg="add del">
          <ac:chgData name="Guest User" userId="4a1ea7f34b523fce" providerId="Windows Live" clId="Web-{3B1C9337-BFB4-4D90-A23A-F6951EAF75B2}" dt="2022-10-01T13:51:30.826" v="505"/>
          <ac:spMkLst>
            <pc:docMk/>
            <pc:sldMk cId="2666311247" sldId="265"/>
            <ac:spMk id="29" creationId="{69A54E25-1C05-48E5-A5CC-3778C1D3632D}"/>
          </ac:spMkLst>
        </pc:spChg>
        <pc:spChg chg="add del mod ord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35" creationId="{9D127C37-CBB9-9080-A544-AEEED25AEFBD}"/>
          </ac:spMkLst>
        </pc:spChg>
        <pc:spChg chg="add del">
          <ac:chgData name="Guest User" userId="4a1ea7f34b523fce" providerId="Windows Live" clId="Web-{3B1C9337-BFB4-4D90-A23A-F6951EAF75B2}" dt="2022-10-01T13:53:36.203" v="524"/>
          <ac:spMkLst>
            <pc:docMk/>
            <pc:sldMk cId="2666311247" sldId="265"/>
            <ac:spMk id="37" creationId="{A440FBE6-72B7-43D4-A8EB-FDBC35FE56C6}"/>
          </ac:spMkLst>
        </pc:spChg>
        <pc:spChg chg="add del">
          <ac:chgData name="Guest User" userId="4a1ea7f34b523fce" providerId="Windows Live" clId="Web-{3B1C9337-BFB4-4D90-A23A-F6951EAF75B2}" dt="2022-10-01T13:51:53.889" v="509"/>
          <ac:spMkLst>
            <pc:docMk/>
            <pc:sldMk cId="2666311247" sldId="265"/>
            <ac:spMk id="38" creationId="{22AC0F86-9A78-4E84-A4B4-ADB8B2629A0C}"/>
          </ac:spMkLst>
        </pc:spChg>
        <pc:spChg chg="add del">
          <ac:chgData name="Guest User" userId="4a1ea7f34b523fce" providerId="Windows Live" clId="Web-{3B1C9337-BFB4-4D90-A23A-F6951EAF75B2}" dt="2022-10-01T13:51:53.889" v="509"/>
          <ac:spMkLst>
            <pc:docMk/>
            <pc:sldMk cId="2666311247" sldId="265"/>
            <ac:spMk id="46" creationId="{69A54E25-1C05-48E5-A5CC-3778C1D3632D}"/>
          </ac:spMkLst>
        </pc:spChg>
        <pc:spChg chg="add del">
          <ac:chgData name="Guest User" userId="4a1ea7f34b523fce" providerId="Windows Live" clId="Web-{3B1C9337-BFB4-4D90-A23A-F6951EAF75B2}" dt="2022-10-01T13:55:29.095" v="541"/>
          <ac:spMkLst>
            <pc:docMk/>
            <pc:sldMk cId="2666311247" sldId="265"/>
            <ac:spMk id="50" creationId="{333F0879-3DA0-4CB8-B35E-A0AD42558191}"/>
          </ac:spMkLst>
        </pc:spChg>
        <pc:spChg chg="add del">
          <ac:chgData name="Guest User" userId="4a1ea7f34b523fce" providerId="Windows Live" clId="Web-{3B1C9337-BFB4-4D90-A23A-F6951EAF75B2}" dt="2022-10-01T13:55:29.095" v="541"/>
          <ac:spMkLst>
            <pc:docMk/>
            <pc:sldMk cId="2666311247" sldId="265"/>
            <ac:spMk id="52" creationId="{324D2183-F388-476E-92A9-D6639D698580}"/>
          </ac:spMkLst>
        </pc:spChg>
        <pc:spChg chg="add del">
          <ac:chgData name="Guest User" userId="4a1ea7f34b523fce" providerId="Windows Live" clId="Web-{3B1C9337-BFB4-4D90-A23A-F6951EAF75B2}" dt="2022-10-01T13:55:29.095" v="541"/>
          <ac:spMkLst>
            <pc:docMk/>
            <pc:sldMk cId="2666311247" sldId="265"/>
            <ac:spMk id="54" creationId="{243462E7-1698-4B21-BE89-AEFAC7C2FEFA}"/>
          </ac:spMkLst>
        </pc:spChg>
        <pc:spChg chg="add del">
          <ac:chgData name="Guest User" userId="4a1ea7f34b523fce" providerId="Windows Live" clId="Web-{3B1C9337-BFB4-4D90-A23A-F6951EAF75B2}" dt="2022-10-01T13:55:29.095" v="541"/>
          <ac:spMkLst>
            <pc:docMk/>
            <pc:sldMk cId="2666311247" sldId="265"/>
            <ac:spMk id="56" creationId="{6C22FCAC-D7EC-4A52-B153-FF761E2235B3}"/>
          </ac:spMkLst>
        </pc:spChg>
        <pc:spChg chg="add del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58" creationId="{DC878D9A-77BE-4701-AE3D-EEFC53CD50BC}"/>
          </ac:spMkLst>
        </pc:spChg>
        <pc:spChg chg="add del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59" creationId="{F643BE08-0ED1-4B73-AC6D-B7E26A59CDAA}"/>
          </ac:spMkLst>
        </pc:spChg>
        <pc:spChg chg="add del">
          <ac:chgData name="Guest User" userId="4a1ea7f34b523fce" providerId="Windows Live" clId="Web-{3B1C9337-BFB4-4D90-A23A-F6951EAF75B2}" dt="2022-10-01T13:54:02.282" v="527"/>
          <ac:spMkLst>
            <pc:docMk/>
            <pc:sldMk cId="2666311247" sldId="265"/>
            <ac:spMk id="61" creationId="{22AC0F86-9A78-4E84-A4B4-ADB8B2629A0C}"/>
          </ac:spMkLst>
        </pc:spChg>
        <pc:spChg chg="add del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65" creationId="{956B2094-7FC0-45FC-BFED-3CB88CEE63F5}"/>
          </ac:spMkLst>
        </pc:spChg>
        <pc:spChg chg="add del">
          <ac:chgData name="Guest User" userId="4a1ea7f34b523fce" providerId="Windows Live" clId="Web-{3B1C9337-BFB4-4D90-A23A-F6951EAF75B2}" dt="2022-10-01T13:56:23.160" v="546"/>
          <ac:spMkLst>
            <pc:docMk/>
            <pc:sldMk cId="2666311247" sldId="265"/>
            <ac:spMk id="67" creationId="{07A4B640-BB7F-4272-A710-068DBA9F9A6E}"/>
          </ac:spMkLst>
        </pc:spChg>
        <pc:spChg chg="add del">
          <ac:chgData name="Guest User" userId="4a1ea7f34b523fce" providerId="Windows Live" clId="Web-{3B1C9337-BFB4-4D90-A23A-F6951EAF75B2}" dt="2022-10-01T13:54:02.282" v="527"/>
          <ac:spMkLst>
            <pc:docMk/>
            <pc:sldMk cId="2666311247" sldId="265"/>
            <ac:spMk id="69" creationId="{69A54E25-1C05-48E5-A5CC-3778C1D3632D}"/>
          </ac:spMkLst>
        </pc:spChg>
        <pc:grpChg chg="add del">
          <ac:chgData name="Guest User" userId="4a1ea7f34b523fce" providerId="Windows Live" clId="Web-{3B1C9337-BFB4-4D90-A23A-F6951EAF75B2}" dt="2022-10-01T13:51:30.826" v="505"/>
          <ac:grpSpMkLst>
            <pc:docMk/>
            <pc:sldMk cId="2666311247" sldId="265"/>
            <ac:grpSpMk id="23" creationId="{4AF78B9E-8BE2-4706-9377-A05FA25ABABF}"/>
          </ac:grpSpMkLst>
        </pc:grpChg>
        <pc:grpChg chg="add del">
          <ac:chgData name="Guest User" userId="4a1ea7f34b523fce" providerId="Windows Live" clId="Web-{3B1C9337-BFB4-4D90-A23A-F6951EAF75B2}" dt="2022-10-01T13:51:53.889" v="509"/>
          <ac:grpSpMkLst>
            <pc:docMk/>
            <pc:sldMk cId="2666311247" sldId="265"/>
            <ac:grpSpMk id="40" creationId="{4AF78B9E-8BE2-4706-9377-A05FA25ABABF}"/>
          </ac:grpSpMkLst>
        </pc:grpChg>
        <pc:grpChg chg="add del">
          <ac:chgData name="Guest User" userId="4a1ea7f34b523fce" providerId="Windows Live" clId="Web-{3B1C9337-BFB4-4D90-A23A-F6951EAF75B2}" dt="2022-10-01T13:53:36.203" v="524"/>
          <ac:grpSpMkLst>
            <pc:docMk/>
            <pc:sldMk cId="2666311247" sldId="265"/>
            <ac:grpSpMk id="42" creationId="{647B8492-BC4D-4046-B35A-C38E03494068}"/>
          </ac:grpSpMkLst>
        </pc:grpChg>
        <pc:grpChg chg="add del">
          <ac:chgData name="Guest User" userId="4a1ea7f34b523fce" providerId="Windows Live" clId="Web-{3B1C9337-BFB4-4D90-A23A-F6951EAF75B2}" dt="2022-10-01T13:54:02.282" v="527"/>
          <ac:grpSpMkLst>
            <pc:docMk/>
            <pc:sldMk cId="2666311247" sldId="265"/>
            <ac:grpSpMk id="63" creationId="{4AF78B9E-8BE2-4706-9377-A05FA25ABABF}"/>
          </ac:grpSpMkLst>
        </pc:grpChg>
        <pc:graphicFrameChg chg="add">
          <ac:chgData name="Guest User" userId="4a1ea7f34b523fce" providerId="Windows Live" clId="Web-{3B1C9337-BFB4-4D90-A23A-F6951EAF75B2}" dt="2022-10-01T13:56:23.160" v="546"/>
          <ac:graphicFrameMkLst>
            <pc:docMk/>
            <pc:sldMk cId="2666311247" sldId="265"/>
            <ac:graphicFrameMk id="70" creationId="{AF5DCA33-A8B2-C28B-3969-B78B263ED12E}"/>
          </ac:graphicFrameMkLst>
        </pc:graphicFrameChg>
        <pc:picChg chg="add del mod ord">
          <ac:chgData name="Guest User" userId="4a1ea7f34b523fce" providerId="Windows Live" clId="Web-{3B1C9337-BFB4-4D90-A23A-F6951EAF75B2}" dt="2022-10-01T13:26:08.822" v="436"/>
          <ac:picMkLst>
            <pc:docMk/>
            <pc:sldMk cId="2666311247" sldId="265"/>
            <ac:picMk id="4" creationId="{7C7FD88A-5051-151F-D6ED-8F02D712F790}"/>
          </ac:picMkLst>
        </pc:picChg>
        <pc:picChg chg="add del mod ord">
          <ac:chgData name="Guest User" userId="4a1ea7f34b523fce" providerId="Windows Live" clId="Web-{3B1C9337-BFB4-4D90-A23A-F6951EAF75B2}" dt="2022-10-01T13:54:17.657" v="530"/>
          <ac:picMkLst>
            <pc:docMk/>
            <pc:sldMk cId="2666311247" sldId="265"/>
            <ac:picMk id="5" creationId="{F3F35C31-8F48-C5CF-E8A9-3A16E42B88A8}"/>
          </ac:picMkLst>
        </pc:picChg>
        <pc:cxnChg chg="add del">
          <ac:chgData name="Guest User" userId="4a1ea7f34b523fce" providerId="Windows Live" clId="Web-{3B1C9337-BFB4-4D90-A23A-F6951EAF75B2}" dt="2022-10-01T13:51:30.826" v="505"/>
          <ac:cxnSpMkLst>
            <pc:docMk/>
            <pc:sldMk cId="2666311247" sldId="265"/>
            <ac:cxnSpMk id="31" creationId="{0E5D0023-B23E-4823-8D72-B07FFF8CAE96}"/>
          </ac:cxnSpMkLst>
        </pc:cxnChg>
        <pc:cxnChg chg="add del">
          <ac:chgData name="Guest User" userId="4a1ea7f34b523fce" providerId="Windows Live" clId="Web-{3B1C9337-BFB4-4D90-A23A-F6951EAF75B2}" dt="2022-10-01T13:53:36.203" v="524"/>
          <ac:cxnSpMkLst>
            <pc:docMk/>
            <pc:sldMk cId="2666311247" sldId="265"/>
            <ac:cxnSpMk id="41" creationId="{16652DC1-CA18-4263-AC06-BAB0B05EC783}"/>
          </ac:cxnSpMkLst>
        </pc:cxnChg>
        <pc:cxnChg chg="add del">
          <ac:chgData name="Guest User" userId="4a1ea7f34b523fce" providerId="Windows Live" clId="Web-{3B1C9337-BFB4-4D90-A23A-F6951EAF75B2}" dt="2022-10-01T13:51:53.889" v="509"/>
          <ac:cxnSpMkLst>
            <pc:docMk/>
            <pc:sldMk cId="2666311247" sldId="265"/>
            <ac:cxnSpMk id="48" creationId="{0E5D0023-B23E-4823-8D72-B07FFF8CAE96}"/>
          </ac:cxnSpMkLst>
        </pc:cxnChg>
        <pc:cxnChg chg="add del">
          <ac:chgData name="Guest User" userId="4a1ea7f34b523fce" providerId="Windows Live" clId="Web-{3B1C9337-BFB4-4D90-A23A-F6951EAF75B2}" dt="2022-10-01T13:54:02.282" v="527"/>
          <ac:cxnSpMkLst>
            <pc:docMk/>
            <pc:sldMk cId="2666311247" sldId="265"/>
            <ac:cxnSpMk id="71" creationId="{0E5D0023-B23E-4823-8D72-B07FFF8CAE96}"/>
          </ac:cxnSpMkLst>
        </pc:cxnChg>
      </pc:sldChg>
      <pc:sldChg chg="addSp delSp modSp new del mod setBg">
        <pc:chgData name="Guest User" userId="4a1ea7f34b523fce" providerId="Windows Live" clId="Web-{3B1C9337-BFB4-4D90-A23A-F6951EAF75B2}" dt="2022-10-01T14:04:50.901" v="577"/>
        <pc:sldMkLst>
          <pc:docMk/>
          <pc:sldMk cId="1140636202" sldId="266"/>
        </pc:sldMkLst>
        <pc:spChg chg="mod">
          <ac:chgData name="Guest User" userId="4a1ea7f34b523fce" providerId="Windows Live" clId="Web-{3B1C9337-BFB4-4D90-A23A-F6951EAF75B2}" dt="2022-10-01T13:25:27.743" v="431" actId="20577"/>
          <ac:spMkLst>
            <pc:docMk/>
            <pc:sldMk cId="1140636202" sldId="266"/>
            <ac:spMk id="2" creationId="{C2C630B0-15BF-0782-EBCE-CF5AFBFFAF3D}"/>
          </ac:spMkLst>
        </pc:spChg>
        <pc:spChg chg="del mod">
          <ac:chgData name="Guest User" userId="4a1ea7f34b523fce" providerId="Windows Live" clId="Web-{3B1C9337-BFB4-4D90-A23A-F6951EAF75B2}" dt="2022-10-01T13:24:46.914" v="412"/>
          <ac:spMkLst>
            <pc:docMk/>
            <pc:sldMk cId="1140636202" sldId="266"/>
            <ac:spMk id="3" creationId="{8A7046D2-8C9A-29A7-20F4-6A7D08DB51D2}"/>
          </ac:spMkLst>
        </pc:spChg>
        <pc:spChg chg="add del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8" creationId="{D6E5E839-040E-4D3E-B50A-8D803DFE4AE0}"/>
          </ac:spMkLst>
        </pc:spChg>
        <pc:spChg chg="add del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10" creationId="{FFF3F4B4-A2E6-47B5-92FB-37BEEAFA4CC0}"/>
          </ac:spMkLst>
        </pc:spChg>
        <pc:spChg chg="add del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12" creationId="{1D124D17-3A82-47D5-80C1-F990ABB1E41E}"/>
          </ac:spMkLst>
        </pc:spChg>
        <pc:spChg chg="add del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14" creationId="{AB4A78C8-C0E0-45DA-BC2C-2C8D4153BDFC}"/>
          </ac:spMkLst>
        </pc:spChg>
        <pc:spChg chg="add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18" creationId="{2DA76FFF-8E7C-7D48-0C67-5FA0D14CECD9}"/>
          </ac:spMkLst>
        </pc:spChg>
        <pc:spChg chg="add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21" creationId="{572F6A24-139E-4EB5-86D2-431F42EF85CB}"/>
          </ac:spMkLst>
        </pc:spChg>
        <pc:spChg chg="add">
          <ac:chgData name="Guest User" userId="4a1ea7f34b523fce" providerId="Windows Live" clId="Web-{3B1C9337-BFB4-4D90-A23A-F6951EAF75B2}" dt="2022-10-01T13:25:11.711" v="419"/>
          <ac:spMkLst>
            <pc:docMk/>
            <pc:sldMk cId="1140636202" sldId="266"/>
            <ac:spMk id="29" creationId="{C9DA5B05-DD14-4860-AC45-02A8D2EE1AA5}"/>
          </ac:spMkLst>
        </pc:spChg>
        <pc:grpChg chg="add">
          <ac:chgData name="Guest User" userId="4a1ea7f34b523fce" providerId="Windows Live" clId="Web-{3B1C9337-BFB4-4D90-A23A-F6951EAF75B2}" dt="2022-10-01T13:25:11.711" v="419"/>
          <ac:grpSpMkLst>
            <pc:docMk/>
            <pc:sldMk cId="1140636202" sldId="266"/>
            <ac:grpSpMk id="23" creationId="{3963AE85-BE5D-4975-BACF-DDDCC9C2ACDE}"/>
          </ac:grpSpMkLst>
        </pc:grpChg>
        <pc:picChg chg="add del mod ord">
          <ac:chgData name="Guest User" userId="4a1ea7f34b523fce" providerId="Windows Live" clId="Web-{3B1C9337-BFB4-4D90-A23A-F6951EAF75B2}" dt="2022-10-01T13:58:57.584" v="562"/>
          <ac:picMkLst>
            <pc:docMk/>
            <pc:sldMk cId="1140636202" sldId="266"/>
            <ac:picMk id="4" creationId="{F11B4167-EFC8-E455-2A22-C1A4BC30F9CB}"/>
          </ac:picMkLst>
        </pc:picChg>
        <pc:cxnChg chg="add">
          <ac:chgData name="Guest User" userId="4a1ea7f34b523fce" providerId="Windows Live" clId="Web-{3B1C9337-BFB4-4D90-A23A-F6951EAF75B2}" dt="2022-10-01T13:25:11.711" v="419"/>
          <ac:cxnSpMkLst>
            <pc:docMk/>
            <pc:sldMk cId="1140636202" sldId="266"/>
            <ac:cxnSpMk id="31" creationId="{36BE37AC-AD36-4C42-9B8C-C5500F4E7C63}"/>
          </ac:cxnSpMkLst>
        </pc:cxnChg>
      </pc:sldChg>
      <pc:sldChg chg="addSp delSp modSp new mod setBg">
        <pc:chgData name="Guest User" userId="4a1ea7f34b523fce" providerId="Windows Live" clId="Web-{3B1C9337-BFB4-4D90-A23A-F6951EAF75B2}" dt="2022-10-01T13:33:17.765" v="484"/>
        <pc:sldMkLst>
          <pc:docMk/>
          <pc:sldMk cId="431809730" sldId="267"/>
        </pc:sldMkLst>
        <pc:spChg chg="mod">
          <ac:chgData name="Guest User" userId="4a1ea7f34b523fce" providerId="Windows Live" clId="Web-{3B1C9337-BFB4-4D90-A23A-F6951EAF75B2}" dt="2022-10-01T13:33:17.765" v="484"/>
          <ac:spMkLst>
            <pc:docMk/>
            <pc:sldMk cId="431809730" sldId="267"/>
            <ac:spMk id="2" creationId="{0E9745C5-B1FF-1717-CE0A-B57F9258A8FB}"/>
          </ac:spMkLst>
        </pc:spChg>
        <pc:spChg chg="del">
          <ac:chgData name="Guest User" userId="4a1ea7f34b523fce" providerId="Windows Live" clId="Web-{3B1C9337-BFB4-4D90-A23A-F6951EAF75B2}" dt="2022-10-01T13:31:09.263" v="463"/>
          <ac:spMkLst>
            <pc:docMk/>
            <pc:sldMk cId="431809730" sldId="267"/>
            <ac:spMk id="3" creationId="{64435B41-A5D0-3645-5045-C474ACE4A242}"/>
          </ac:spMkLst>
        </pc:spChg>
        <pc:spChg chg="add del">
          <ac:chgData name="Guest User" userId="4a1ea7f34b523fce" providerId="Windows Live" clId="Web-{3B1C9337-BFB4-4D90-A23A-F6951EAF75B2}" dt="2022-10-01T13:31:32.638" v="469"/>
          <ac:spMkLst>
            <pc:docMk/>
            <pc:sldMk cId="431809730" sldId="267"/>
            <ac:spMk id="8" creationId="{8351EC8A-A97E-C944-102C-649AAF47ECFE}"/>
          </ac:spMkLst>
        </pc:spChg>
        <pc:spChg chg="add del">
          <ac:chgData name="Guest User" userId="4a1ea7f34b523fce" providerId="Windows Live" clId="Web-{3B1C9337-BFB4-4D90-A23A-F6951EAF75B2}" dt="2022-10-01T13:31:32.638" v="469"/>
          <ac:spMkLst>
            <pc:docMk/>
            <pc:sldMk cId="431809730" sldId="267"/>
            <ac:spMk id="11" creationId="{7E61F402-3445-458A-9A2B-D28FD288390C}"/>
          </ac:spMkLst>
        </pc:spChg>
        <pc:spChg chg="add mod ord">
          <ac:chgData name="Guest User" userId="4a1ea7f34b523fce" providerId="Windows Live" clId="Web-{3B1C9337-BFB4-4D90-A23A-F6951EAF75B2}" dt="2022-10-01T13:33:17.765" v="484"/>
          <ac:spMkLst>
            <pc:docMk/>
            <pc:sldMk cId="431809730" sldId="267"/>
            <ac:spMk id="21" creationId="{2700A8FF-CD36-2BF9-419C-811663C3E755}"/>
          </ac:spMkLst>
        </pc:spChg>
        <pc:spChg chg="add del">
          <ac:chgData name="Guest User" userId="4a1ea7f34b523fce" providerId="Windows Live" clId="Web-{3B1C9337-BFB4-4D90-A23A-F6951EAF75B2}" dt="2022-10-01T13:33:17.765" v="484"/>
          <ac:spMkLst>
            <pc:docMk/>
            <pc:sldMk cId="431809730" sldId="267"/>
            <ac:spMk id="26" creationId="{7E61F402-3445-458A-9A2B-D28FD288390C}"/>
          </ac:spMkLst>
        </pc:spChg>
        <pc:spChg chg="add">
          <ac:chgData name="Guest User" userId="4a1ea7f34b523fce" providerId="Windows Live" clId="Web-{3B1C9337-BFB4-4D90-A23A-F6951EAF75B2}" dt="2022-10-01T13:33:17.765" v="484"/>
          <ac:spMkLst>
            <pc:docMk/>
            <pc:sldMk cId="431809730" sldId="267"/>
            <ac:spMk id="39" creationId="{22AC0F86-9A78-4E84-A4B4-ADB8B2629A0C}"/>
          </ac:spMkLst>
        </pc:spChg>
        <pc:spChg chg="add">
          <ac:chgData name="Guest User" userId="4a1ea7f34b523fce" providerId="Windows Live" clId="Web-{3B1C9337-BFB4-4D90-A23A-F6951EAF75B2}" dt="2022-10-01T13:33:17.765" v="484"/>
          <ac:spMkLst>
            <pc:docMk/>
            <pc:sldMk cId="431809730" sldId="267"/>
            <ac:spMk id="47" creationId="{69A54E25-1C05-48E5-A5CC-3778C1D3632D}"/>
          </ac:spMkLst>
        </pc:spChg>
        <pc:grpChg chg="add del">
          <ac:chgData name="Guest User" userId="4a1ea7f34b523fce" providerId="Windows Live" clId="Web-{3B1C9337-BFB4-4D90-A23A-F6951EAF75B2}" dt="2022-10-01T13:31:32.638" v="469"/>
          <ac:grpSpMkLst>
            <pc:docMk/>
            <pc:sldMk cId="431809730" sldId="267"/>
            <ac:grpSpMk id="13" creationId="{A673C096-95AE-4644-B76C-1DF1B667DC44}"/>
          </ac:grpSpMkLst>
        </pc:grpChg>
        <pc:grpChg chg="add del">
          <ac:chgData name="Guest User" userId="4a1ea7f34b523fce" providerId="Windows Live" clId="Web-{3B1C9337-BFB4-4D90-A23A-F6951EAF75B2}" dt="2022-10-01T13:33:17.765" v="484"/>
          <ac:grpSpMkLst>
            <pc:docMk/>
            <pc:sldMk cId="431809730" sldId="267"/>
            <ac:grpSpMk id="28" creationId="{A673C096-95AE-4644-B76C-1DF1B667DC44}"/>
          </ac:grpSpMkLst>
        </pc:grpChg>
        <pc:grpChg chg="add">
          <ac:chgData name="Guest User" userId="4a1ea7f34b523fce" providerId="Windows Live" clId="Web-{3B1C9337-BFB4-4D90-A23A-F6951EAF75B2}" dt="2022-10-01T13:33:17.765" v="484"/>
          <ac:grpSpMkLst>
            <pc:docMk/>
            <pc:sldMk cId="431809730" sldId="267"/>
            <ac:grpSpMk id="41" creationId="{4AF78B9E-8BE2-4706-9377-A05FA25ABABF}"/>
          </ac:grpSpMkLst>
        </pc:grpChg>
        <pc:picChg chg="add mod ord">
          <ac:chgData name="Guest User" userId="4a1ea7f34b523fce" providerId="Windows Live" clId="Web-{3B1C9337-BFB4-4D90-A23A-F6951EAF75B2}" dt="2022-10-01T13:33:17.765" v="484"/>
          <ac:picMkLst>
            <pc:docMk/>
            <pc:sldMk cId="431809730" sldId="267"/>
            <ac:picMk id="4" creationId="{61FD2AE7-E232-03C4-1167-EAAAE7239F85}"/>
          </ac:picMkLst>
        </pc:picChg>
        <pc:cxnChg chg="add del">
          <ac:chgData name="Guest User" userId="4a1ea7f34b523fce" providerId="Windows Live" clId="Web-{3B1C9337-BFB4-4D90-A23A-F6951EAF75B2}" dt="2022-10-01T13:31:32.638" v="469"/>
          <ac:cxnSpMkLst>
            <pc:docMk/>
            <pc:sldMk cId="431809730" sldId="267"/>
            <ac:cxnSpMk id="19" creationId="{2BE880E9-2B86-4CDB-B5B7-308745CDD19D}"/>
          </ac:cxnSpMkLst>
        </pc:cxnChg>
        <pc:cxnChg chg="add del">
          <ac:chgData name="Guest User" userId="4a1ea7f34b523fce" providerId="Windows Live" clId="Web-{3B1C9337-BFB4-4D90-A23A-F6951EAF75B2}" dt="2022-10-01T13:33:17.765" v="484"/>
          <ac:cxnSpMkLst>
            <pc:docMk/>
            <pc:sldMk cId="431809730" sldId="267"/>
            <ac:cxnSpMk id="34" creationId="{2BE880E9-2B86-4CDB-B5B7-308745CDD19D}"/>
          </ac:cxnSpMkLst>
        </pc:cxnChg>
        <pc:cxnChg chg="add">
          <ac:chgData name="Guest User" userId="4a1ea7f34b523fce" providerId="Windows Live" clId="Web-{3B1C9337-BFB4-4D90-A23A-F6951EAF75B2}" dt="2022-10-01T13:33:17.765" v="484"/>
          <ac:cxnSpMkLst>
            <pc:docMk/>
            <pc:sldMk cId="431809730" sldId="267"/>
            <ac:cxnSpMk id="49" creationId="{0E5D0023-B23E-4823-8D72-B07FFF8CAE96}"/>
          </ac:cxnSpMkLst>
        </pc:cxnChg>
      </pc:sldChg>
      <pc:sldChg chg="addSp delSp modSp new mod setBg modClrScheme chgLayout">
        <pc:chgData name="Guest User" userId="4a1ea7f34b523fce" providerId="Windows Live" clId="Web-{3B1C9337-BFB4-4D90-A23A-F6951EAF75B2}" dt="2022-10-01T13:49:55.247" v="504"/>
        <pc:sldMkLst>
          <pc:docMk/>
          <pc:sldMk cId="1201351615" sldId="268"/>
        </pc:sldMkLst>
        <pc:spChg chg="del">
          <ac:chgData name="Guest User" userId="4a1ea7f34b523fce" providerId="Windows Live" clId="Web-{3B1C9337-BFB4-4D90-A23A-F6951EAF75B2}" dt="2022-10-01T13:33:40.234" v="488"/>
          <ac:spMkLst>
            <pc:docMk/>
            <pc:sldMk cId="1201351615" sldId="268"/>
            <ac:spMk id="2" creationId="{65448DC9-6FE9-02D3-67FE-3ADABD8EDC2C}"/>
          </ac:spMkLst>
        </pc:spChg>
        <pc:spChg chg="del">
          <ac:chgData name="Guest User" userId="4a1ea7f34b523fce" providerId="Windows Live" clId="Web-{3B1C9337-BFB4-4D90-A23A-F6951EAF75B2}" dt="2022-10-01T13:33:32.687" v="486"/>
          <ac:spMkLst>
            <pc:docMk/>
            <pc:sldMk cId="1201351615" sldId="268"/>
            <ac:spMk id="3" creationId="{EB7F6440-F461-AC9E-9762-E36A52B20A6C}"/>
          </ac:spMkLst>
        </pc:spChg>
        <pc:spChg chg="add del">
          <ac:chgData name="Guest User" userId="4a1ea7f34b523fce" providerId="Windows Live" clId="Web-{3B1C9337-BFB4-4D90-A23A-F6951EAF75B2}" dt="2022-10-01T13:49:55.247" v="504"/>
          <ac:spMkLst>
            <pc:docMk/>
            <pc:sldMk cId="1201351615" sldId="268"/>
            <ac:spMk id="9" creationId="{544958B8-57B6-4B37-8A18-D54A32EC2D37}"/>
          </ac:spMkLst>
        </pc:spChg>
        <pc:spChg chg="add del">
          <ac:chgData name="Guest User" userId="4a1ea7f34b523fce" providerId="Windows Live" clId="Web-{3B1C9337-BFB4-4D90-A23A-F6951EAF75B2}" dt="2022-10-01T13:49:55.247" v="504"/>
          <ac:spMkLst>
            <pc:docMk/>
            <pc:sldMk cId="1201351615" sldId="268"/>
            <ac:spMk id="11" creationId="{B7E4A740-3A69-42A5-8AC0-3905D518F419}"/>
          </ac:spMkLst>
        </pc:spChg>
        <pc:spChg chg="add del">
          <ac:chgData name="Guest User" userId="4a1ea7f34b523fce" providerId="Windows Live" clId="Web-{3B1C9337-BFB4-4D90-A23A-F6951EAF75B2}" dt="2022-10-01T13:49:55.247" v="503"/>
          <ac:spMkLst>
            <pc:docMk/>
            <pc:sldMk cId="1201351615" sldId="268"/>
            <ac:spMk id="22" creationId="{23E3CED3-8830-45C9-8D6C-F4ECADD4F114}"/>
          </ac:spMkLst>
        </pc:spChg>
        <pc:spChg chg="add del">
          <ac:chgData name="Guest User" userId="4a1ea7f34b523fce" providerId="Windows Live" clId="Web-{3B1C9337-BFB4-4D90-A23A-F6951EAF75B2}" dt="2022-10-01T13:49:55.247" v="503"/>
          <ac:spMkLst>
            <pc:docMk/>
            <pc:sldMk cId="1201351615" sldId="268"/>
            <ac:spMk id="24" creationId="{66F2D62A-C66C-42DF-8C05-99B0B1A8BED0}"/>
          </ac:spMkLst>
        </pc:spChg>
        <pc:spChg chg="add">
          <ac:chgData name="Guest User" userId="4a1ea7f34b523fce" providerId="Windows Live" clId="Web-{3B1C9337-BFB4-4D90-A23A-F6951EAF75B2}" dt="2022-10-01T13:49:55.247" v="504"/>
          <ac:spMkLst>
            <pc:docMk/>
            <pc:sldMk cId="1201351615" sldId="268"/>
            <ac:spMk id="31" creationId="{544958B8-57B6-4B37-8A18-D54A32EC2D37}"/>
          </ac:spMkLst>
        </pc:spChg>
        <pc:spChg chg="add">
          <ac:chgData name="Guest User" userId="4a1ea7f34b523fce" providerId="Windows Live" clId="Web-{3B1C9337-BFB4-4D90-A23A-F6951EAF75B2}" dt="2022-10-01T13:49:55.247" v="504"/>
          <ac:spMkLst>
            <pc:docMk/>
            <pc:sldMk cId="1201351615" sldId="268"/>
            <ac:spMk id="32" creationId="{B7E4A740-3A69-42A5-8AC0-3905D518F419}"/>
          </ac:spMkLst>
        </pc:spChg>
        <pc:grpChg chg="add del">
          <ac:chgData name="Guest User" userId="4a1ea7f34b523fce" providerId="Windows Live" clId="Web-{3B1C9337-BFB4-4D90-A23A-F6951EAF75B2}" dt="2022-10-01T13:49:55.247" v="504"/>
          <ac:grpSpMkLst>
            <pc:docMk/>
            <pc:sldMk cId="1201351615" sldId="268"/>
            <ac:grpSpMk id="13" creationId="{8283C010-53D7-404B-9300-DB1BAE1EAE91}"/>
          </ac:grpSpMkLst>
        </pc:grpChg>
        <pc:grpChg chg="add">
          <ac:chgData name="Guest User" userId="4a1ea7f34b523fce" providerId="Windows Live" clId="Web-{3B1C9337-BFB4-4D90-A23A-F6951EAF75B2}" dt="2022-10-01T13:49:55.247" v="504"/>
          <ac:grpSpMkLst>
            <pc:docMk/>
            <pc:sldMk cId="1201351615" sldId="268"/>
            <ac:grpSpMk id="26" creationId="{8283C010-53D7-404B-9300-DB1BAE1EAE91}"/>
          </ac:grpSpMkLst>
        </pc:grpChg>
        <pc:picChg chg="add mod ord">
          <ac:chgData name="Guest User" userId="4a1ea7f34b523fce" providerId="Windows Live" clId="Web-{3B1C9337-BFB4-4D90-A23A-F6951EAF75B2}" dt="2022-10-01T13:49:55.247" v="503"/>
          <ac:picMkLst>
            <pc:docMk/>
            <pc:sldMk cId="1201351615" sldId="268"/>
            <ac:picMk id="4" creationId="{9B1CA762-F5EB-79BD-430A-3C2EE8E41EF3}"/>
          </ac:picMkLst>
        </pc:picChg>
      </pc:sldChg>
      <pc:sldChg chg="addSp modSp new mod setBg">
        <pc:chgData name="Guest User" userId="4a1ea7f34b523fce" providerId="Windows Live" clId="Web-{3B1C9337-BFB4-4D90-A23A-F6951EAF75B2}" dt="2022-10-01T13:34:09.672" v="501"/>
        <pc:sldMkLst>
          <pc:docMk/>
          <pc:sldMk cId="2779752605" sldId="269"/>
        </pc:sldMkLst>
        <pc:spChg chg="mo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2" creationId="{5966B6D5-BBDF-588A-03DA-C47074A18F77}"/>
          </ac:spMkLst>
        </pc:spChg>
        <pc:spChg chg="mo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3" creationId="{A7E3DA28-BDBA-20CB-79A6-54DF4E0BEB4C}"/>
          </ac:spMkLst>
        </pc:spChg>
        <pc:spChg chg="ad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8" creationId="{DC878D9A-77BE-4701-AE3D-EEFC53CD50BC}"/>
          </ac:spMkLst>
        </pc:spChg>
        <pc:spChg chg="ad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10" creationId="{F643BE08-0ED1-4B73-AC6D-B7E26A59CDAA}"/>
          </ac:spMkLst>
        </pc:spChg>
        <pc:spChg chg="ad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12" creationId="{956B2094-7FC0-45FC-BFED-3CB88CEE63F5}"/>
          </ac:spMkLst>
        </pc:spChg>
        <pc:spChg chg="add">
          <ac:chgData name="Guest User" userId="4a1ea7f34b523fce" providerId="Windows Live" clId="Web-{3B1C9337-BFB4-4D90-A23A-F6951EAF75B2}" dt="2022-10-01T13:34:09.672" v="501"/>
          <ac:spMkLst>
            <pc:docMk/>
            <pc:sldMk cId="2779752605" sldId="269"/>
            <ac:spMk id="14" creationId="{07A4B640-BB7F-4272-A710-068DBA9F9A6E}"/>
          </ac:spMkLst>
        </pc:spChg>
      </pc:sldChg>
      <pc:sldChg chg="new del">
        <pc:chgData name="Guest User" userId="4a1ea7f34b523fce" providerId="Windows Live" clId="Web-{3B1C9337-BFB4-4D90-A23A-F6951EAF75B2}" dt="2022-10-01T13:55:19.439" v="540"/>
        <pc:sldMkLst>
          <pc:docMk/>
          <pc:sldMk cId="503554237" sldId="270"/>
        </pc:sldMkLst>
      </pc:sldChg>
      <pc:sldChg chg="addSp modSp new mod setBg">
        <pc:chgData name="Guest User" userId="4a1ea7f34b523fce" providerId="Windows Live" clId="Web-{3B1C9337-BFB4-4D90-A23A-F6951EAF75B2}" dt="2022-10-01T14:10:57.812" v="602" actId="20577"/>
        <pc:sldMkLst>
          <pc:docMk/>
          <pc:sldMk cId="4137214080" sldId="271"/>
        </pc:sldMkLst>
        <pc:spChg chg="mod">
          <ac:chgData name="Guest User" userId="4a1ea7f34b523fce" providerId="Windows Live" clId="Web-{3B1C9337-BFB4-4D90-A23A-F6951EAF75B2}" dt="2022-10-01T14:10:45.828" v="599"/>
          <ac:spMkLst>
            <pc:docMk/>
            <pc:sldMk cId="4137214080" sldId="271"/>
            <ac:spMk id="2" creationId="{D20A5D53-AADB-915F-0B4C-4CC801C15B94}"/>
          </ac:spMkLst>
        </pc:spChg>
        <pc:spChg chg="mod">
          <ac:chgData name="Guest User" userId="4a1ea7f34b523fce" providerId="Windows Live" clId="Web-{3B1C9337-BFB4-4D90-A23A-F6951EAF75B2}" dt="2022-10-01T14:10:57.812" v="602" actId="20577"/>
          <ac:spMkLst>
            <pc:docMk/>
            <pc:sldMk cId="4137214080" sldId="271"/>
            <ac:spMk id="3" creationId="{A02297FD-99BD-2B2E-70AC-C563B2C12581}"/>
          </ac:spMkLst>
        </pc:spChg>
        <pc:spChg chg="add">
          <ac:chgData name="Guest User" userId="4a1ea7f34b523fce" providerId="Windows Live" clId="Web-{3B1C9337-BFB4-4D90-A23A-F6951EAF75B2}" dt="2022-10-01T14:10:45.828" v="599"/>
          <ac:spMkLst>
            <pc:docMk/>
            <pc:sldMk cId="4137214080" sldId="271"/>
            <ac:spMk id="8" creationId="{DC878D9A-77BE-4701-AE3D-EEFC53CD50BC}"/>
          </ac:spMkLst>
        </pc:spChg>
        <pc:spChg chg="add">
          <ac:chgData name="Guest User" userId="4a1ea7f34b523fce" providerId="Windows Live" clId="Web-{3B1C9337-BFB4-4D90-A23A-F6951EAF75B2}" dt="2022-10-01T14:10:45.828" v="599"/>
          <ac:spMkLst>
            <pc:docMk/>
            <pc:sldMk cId="4137214080" sldId="271"/>
            <ac:spMk id="10" creationId="{F643BE08-0ED1-4B73-AC6D-B7E26A59CDAA}"/>
          </ac:spMkLst>
        </pc:spChg>
        <pc:spChg chg="add">
          <ac:chgData name="Guest User" userId="4a1ea7f34b523fce" providerId="Windows Live" clId="Web-{3B1C9337-BFB4-4D90-A23A-F6951EAF75B2}" dt="2022-10-01T14:10:45.828" v="599"/>
          <ac:spMkLst>
            <pc:docMk/>
            <pc:sldMk cId="4137214080" sldId="271"/>
            <ac:spMk id="12" creationId="{956B2094-7FC0-45FC-BFED-3CB88CEE63F5}"/>
          </ac:spMkLst>
        </pc:spChg>
        <pc:spChg chg="add">
          <ac:chgData name="Guest User" userId="4a1ea7f34b523fce" providerId="Windows Live" clId="Web-{3B1C9337-BFB4-4D90-A23A-F6951EAF75B2}" dt="2022-10-01T14:10:45.828" v="599"/>
          <ac:spMkLst>
            <pc:docMk/>
            <pc:sldMk cId="4137214080" sldId="271"/>
            <ac:spMk id="14" creationId="{07A4B640-BB7F-4272-A710-068DBA9F9A6E}"/>
          </ac:spMkLst>
        </pc:spChg>
      </pc:sldChg>
      <pc:sldChg chg="addSp delSp modSp new mod setBg">
        <pc:chgData name="Guest User" userId="4a1ea7f34b523fce" providerId="Windows Live" clId="Web-{3B1C9337-BFB4-4D90-A23A-F6951EAF75B2}" dt="2022-10-01T13:55:09.517" v="539" actId="14100"/>
        <pc:sldMkLst>
          <pc:docMk/>
          <pc:sldMk cId="1136244139" sldId="272"/>
        </pc:sldMkLst>
        <pc:spChg chg="add del">
          <ac:chgData name="Guest User" userId="4a1ea7f34b523fce" providerId="Windows Live" clId="Web-{3B1C9337-BFB4-4D90-A23A-F6951EAF75B2}" dt="2022-10-01T13:54:57.345" v="535"/>
          <ac:spMkLst>
            <pc:docMk/>
            <pc:sldMk cId="1136244139" sldId="272"/>
            <ac:spMk id="7" creationId="{E6B80853-775B-47C1-A508-0AAD6FCE5ADB}"/>
          </ac:spMkLst>
        </pc:spChg>
        <pc:spChg chg="add del">
          <ac:chgData name="Guest User" userId="4a1ea7f34b523fce" providerId="Windows Live" clId="Web-{3B1C9337-BFB4-4D90-A23A-F6951EAF75B2}" dt="2022-10-01T13:54:57.345" v="535"/>
          <ac:spMkLst>
            <pc:docMk/>
            <pc:sldMk cId="1136244139" sldId="272"/>
            <ac:spMk id="9" creationId="{9BF62520-0403-497A-958B-FD6E8037E8FA}"/>
          </ac:spMkLst>
        </pc:spChg>
        <pc:spChg chg="add del">
          <ac:chgData name="Guest User" userId="4a1ea7f34b523fce" providerId="Windows Live" clId="Web-{3B1C9337-BFB4-4D90-A23A-F6951EAF75B2}" dt="2022-10-01T13:54:57.345" v="535"/>
          <ac:spMkLst>
            <pc:docMk/>
            <pc:sldMk cId="1136244139" sldId="272"/>
            <ac:spMk id="11" creationId="{BB3A422A-21ED-464B-B2EF-EE5B061BED4A}"/>
          </ac:spMkLst>
        </pc:spChg>
        <pc:spChg chg="add">
          <ac:chgData name="Guest User" userId="4a1ea7f34b523fce" providerId="Windows Live" clId="Web-{3B1C9337-BFB4-4D90-A23A-F6951EAF75B2}" dt="2022-10-01T13:54:57.392" v="536"/>
          <ac:spMkLst>
            <pc:docMk/>
            <pc:sldMk cId="1136244139" sldId="272"/>
            <ac:spMk id="14" creationId="{4434DCA8-BC57-40AE-94D7-754460957E7F}"/>
          </ac:spMkLst>
        </pc:spChg>
        <pc:spChg chg="add">
          <ac:chgData name="Guest User" userId="4a1ea7f34b523fce" providerId="Windows Live" clId="Web-{3B1C9337-BFB4-4D90-A23A-F6951EAF75B2}" dt="2022-10-01T13:54:57.392" v="536"/>
          <ac:spMkLst>
            <pc:docMk/>
            <pc:sldMk cId="1136244139" sldId="272"/>
            <ac:spMk id="17" creationId="{D43CA6E1-DE85-4998-B1CA-2B617EDF60F8}"/>
          </ac:spMkLst>
        </pc:spChg>
        <pc:picChg chg="add mod">
          <ac:chgData name="Guest User" userId="4a1ea7f34b523fce" providerId="Windows Live" clId="Web-{3B1C9337-BFB4-4D90-A23A-F6951EAF75B2}" dt="2022-10-01T13:55:09.517" v="539" actId="14100"/>
          <ac:picMkLst>
            <pc:docMk/>
            <pc:sldMk cId="1136244139" sldId="272"/>
            <ac:picMk id="2" creationId="{39F23C18-5D9E-073A-D8F3-66801686819D}"/>
          </ac:picMkLst>
        </pc:picChg>
        <pc:picChg chg="add">
          <ac:chgData name="Guest User" userId="4a1ea7f34b523fce" providerId="Windows Live" clId="Web-{3B1C9337-BFB4-4D90-A23A-F6951EAF75B2}" dt="2022-10-01T13:54:57.392" v="536"/>
          <ac:picMkLst>
            <pc:docMk/>
            <pc:sldMk cId="1136244139" sldId="272"/>
            <ac:picMk id="13" creationId="{AD162A3C-D7A8-4B2A-94B1-73192CBC573B}"/>
          </ac:picMkLst>
        </pc:picChg>
        <pc:picChg chg="add">
          <ac:chgData name="Guest User" userId="4a1ea7f34b523fce" providerId="Windows Live" clId="Web-{3B1C9337-BFB4-4D90-A23A-F6951EAF75B2}" dt="2022-10-01T13:54:57.392" v="536"/>
          <ac:picMkLst>
            <pc:docMk/>
            <pc:sldMk cId="1136244139" sldId="272"/>
            <ac:picMk id="15" creationId="{6B8F1012-6DEE-4829-9F32-620A71109464}"/>
          </ac:picMkLst>
        </pc:picChg>
        <pc:picChg chg="add">
          <ac:chgData name="Guest User" userId="4a1ea7f34b523fce" providerId="Windows Live" clId="Web-{3B1C9337-BFB4-4D90-A23A-F6951EAF75B2}" dt="2022-10-01T13:54:57.392" v="536"/>
          <ac:picMkLst>
            <pc:docMk/>
            <pc:sldMk cId="1136244139" sldId="272"/>
            <ac:picMk id="16" creationId="{E93A23A1-FB7B-4C57-8240-0B6015C11161}"/>
          </ac:picMkLst>
        </pc:picChg>
      </pc:sldChg>
      <pc:sldChg chg="addSp delSp modSp new">
        <pc:chgData name="Guest User" userId="4a1ea7f34b523fce" providerId="Windows Live" clId="Web-{3B1C9337-BFB4-4D90-A23A-F6951EAF75B2}" dt="2022-10-01T14:04:29.135" v="576" actId="14100"/>
        <pc:sldMkLst>
          <pc:docMk/>
          <pc:sldMk cId="3620236712" sldId="273"/>
        </pc:sldMkLst>
        <pc:picChg chg="add del mod">
          <ac:chgData name="Guest User" userId="4a1ea7f34b523fce" providerId="Windows Live" clId="Web-{3B1C9337-BFB4-4D90-A23A-F6951EAF75B2}" dt="2022-10-01T13:59:16.022" v="566"/>
          <ac:picMkLst>
            <pc:docMk/>
            <pc:sldMk cId="3620236712" sldId="273"/>
            <ac:picMk id="2" creationId="{9F2D865C-32CA-5F69-1B18-FD1E9AD227C1}"/>
          </ac:picMkLst>
        </pc:picChg>
        <pc:picChg chg="add mod">
          <ac:chgData name="Guest User" userId="4a1ea7f34b523fce" providerId="Windows Live" clId="Web-{3B1C9337-BFB4-4D90-A23A-F6951EAF75B2}" dt="2022-10-01T14:04:29.135" v="576" actId="14100"/>
          <ac:picMkLst>
            <pc:docMk/>
            <pc:sldMk cId="3620236712" sldId="273"/>
            <ac:picMk id="3" creationId="{1779EDF0-E627-297E-03C8-2312CFB1A632}"/>
          </ac:picMkLst>
        </pc:picChg>
      </pc:sldChg>
      <pc:sldChg chg="new del">
        <pc:chgData name="Guest User" userId="4a1ea7f34b523fce" providerId="Windows Live" clId="Web-{3B1C9337-BFB4-4D90-A23A-F6951EAF75B2}" dt="2022-10-01T14:05:56.246" v="581"/>
        <pc:sldMkLst>
          <pc:docMk/>
          <pc:sldMk cId="1480612620" sldId="274"/>
        </pc:sldMkLst>
      </pc:sldChg>
      <pc:sldChg chg="addSp modSp new mod setBg">
        <pc:chgData name="Guest User" userId="4a1ea7f34b523fce" providerId="Windows Live" clId="Web-{3B1C9337-BFB4-4D90-A23A-F6951EAF75B2}" dt="2022-10-01T14:21:54.433" v="651" actId="20577"/>
        <pc:sldMkLst>
          <pc:docMk/>
          <pc:sldMk cId="2155244043" sldId="275"/>
        </pc:sldMkLst>
        <pc:spChg chg="mod">
          <ac:chgData name="Guest User" userId="4a1ea7f34b523fce" providerId="Windows Live" clId="Web-{3B1C9337-BFB4-4D90-A23A-F6951EAF75B2}" dt="2022-10-01T14:12:35.267" v="611" actId="20577"/>
          <ac:spMkLst>
            <pc:docMk/>
            <pc:sldMk cId="2155244043" sldId="275"/>
            <ac:spMk id="2" creationId="{CC44A771-56F4-6432-C976-E86206236B39}"/>
          </ac:spMkLst>
        </pc:spChg>
        <pc:spChg chg="mod">
          <ac:chgData name="Guest User" userId="4a1ea7f34b523fce" providerId="Windows Live" clId="Web-{3B1C9337-BFB4-4D90-A23A-F6951EAF75B2}" dt="2022-10-01T14:21:54.433" v="651" actId="20577"/>
          <ac:spMkLst>
            <pc:docMk/>
            <pc:sldMk cId="2155244043" sldId="275"/>
            <ac:spMk id="3" creationId="{8C7B2221-2EBD-59EA-96AD-ECDC02282F7A}"/>
          </ac:spMkLst>
        </pc:spChg>
        <pc:spChg chg="add">
          <ac:chgData name="Guest User" userId="4a1ea7f34b523fce" providerId="Windows Live" clId="Web-{3B1C9337-BFB4-4D90-A23A-F6951EAF75B2}" dt="2022-10-01T14:05:21.902" v="580"/>
          <ac:spMkLst>
            <pc:docMk/>
            <pc:sldMk cId="2155244043" sldId="275"/>
            <ac:spMk id="8" creationId="{DC878D9A-77BE-4701-AE3D-EEFC53CD50BC}"/>
          </ac:spMkLst>
        </pc:spChg>
        <pc:spChg chg="add">
          <ac:chgData name="Guest User" userId="4a1ea7f34b523fce" providerId="Windows Live" clId="Web-{3B1C9337-BFB4-4D90-A23A-F6951EAF75B2}" dt="2022-10-01T14:05:21.902" v="580"/>
          <ac:spMkLst>
            <pc:docMk/>
            <pc:sldMk cId="2155244043" sldId="275"/>
            <ac:spMk id="10" creationId="{F643BE08-0ED1-4B73-AC6D-B7E26A59CDAA}"/>
          </ac:spMkLst>
        </pc:spChg>
        <pc:spChg chg="add">
          <ac:chgData name="Guest User" userId="4a1ea7f34b523fce" providerId="Windows Live" clId="Web-{3B1C9337-BFB4-4D90-A23A-F6951EAF75B2}" dt="2022-10-01T14:05:21.902" v="580"/>
          <ac:spMkLst>
            <pc:docMk/>
            <pc:sldMk cId="2155244043" sldId="275"/>
            <ac:spMk id="12" creationId="{956B2094-7FC0-45FC-BFED-3CB88CEE63F5}"/>
          </ac:spMkLst>
        </pc:spChg>
        <pc:spChg chg="add">
          <ac:chgData name="Guest User" userId="4a1ea7f34b523fce" providerId="Windows Live" clId="Web-{3B1C9337-BFB4-4D90-A23A-F6951EAF75B2}" dt="2022-10-01T14:05:21.902" v="580"/>
          <ac:spMkLst>
            <pc:docMk/>
            <pc:sldMk cId="2155244043" sldId="275"/>
            <ac:spMk id="14" creationId="{07A4B640-BB7F-4272-A710-068DBA9F9A6E}"/>
          </ac:spMkLst>
        </pc:spChg>
      </pc:sldChg>
      <pc:sldChg chg="modSp new">
        <pc:chgData name="Guest User" userId="4a1ea7f34b523fce" providerId="Windows Live" clId="Web-{3B1C9337-BFB4-4D90-A23A-F6951EAF75B2}" dt="2022-10-01T14:21:27.933" v="628" actId="20577"/>
        <pc:sldMkLst>
          <pc:docMk/>
          <pc:sldMk cId="3667223295" sldId="276"/>
        </pc:sldMkLst>
        <pc:spChg chg="mod">
          <ac:chgData name="Guest User" userId="4a1ea7f34b523fce" providerId="Windows Live" clId="Web-{3B1C9337-BFB4-4D90-A23A-F6951EAF75B2}" dt="2022-10-01T14:21:27.933" v="628" actId="20577"/>
          <ac:spMkLst>
            <pc:docMk/>
            <pc:sldMk cId="3667223295" sldId="276"/>
            <ac:spMk id="3" creationId="{768949E3-DD05-048C-D891-5F93D4075285}"/>
          </ac:spMkLst>
        </pc:spChg>
      </pc:sldChg>
    </pc:docChg>
  </pc:docChgLst>
  <pc:docChgLst>
    <pc:chgData name="Guest User" userId="4a1ea7f34b523fce" providerId="Windows Live" clId="Web-{19B7EDA1-9CAF-422C-8BCB-359D6A8FFC0A}"/>
    <pc:docChg chg="modSld">
      <pc:chgData name="Guest User" userId="4a1ea7f34b523fce" providerId="Windows Live" clId="Web-{19B7EDA1-9CAF-422C-8BCB-359D6A8FFC0A}" dt="2022-09-29T16:10:12.243" v="275" actId="14100"/>
      <pc:docMkLst>
        <pc:docMk/>
      </pc:docMkLst>
      <pc:sldChg chg="modSp">
        <pc:chgData name="Guest User" userId="4a1ea7f34b523fce" providerId="Windows Live" clId="Web-{19B7EDA1-9CAF-422C-8BCB-359D6A8FFC0A}" dt="2022-09-29T15:52:22.005" v="2" actId="20577"/>
        <pc:sldMkLst>
          <pc:docMk/>
          <pc:sldMk cId="1718964686" sldId="257"/>
        </pc:sldMkLst>
        <pc:spChg chg="mod">
          <ac:chgData name="Guest User" userId="4a1ea7f34b523fce" providerId="Windows Live" clId="Web-{19B7EDA1-9CAF-422C-8BCB-359D6A8FFC0A}" dt="2022-09-29T15:52:22.005" v="2" actId="20577"/>
          <ac:spMkLst>
            <pc:docMk/>
            <pc:sldMk cId="1718964686" sldId="257"/>
            <ac:spMk id="3" creationId="{07831D3C-FAF4-B651-631B-83D21F23D9A8}"/>
          </ac:spMkLst>
        </pc:spChg>
      </pc:sldChg>
      <pc:sldChg chg="addSp delSp modSp">
        <pc:chgData name="Guest User" userId="4a1ea7f34b523fce" providerId="Windows Live" clId="Web-{19B7EDA1-9CAF-422C-8BCB-359D6A8FFC0A}" dt="2022-09-29T16:10:12.243" v="275" actId="14100"/>
        <pc:sldMkLst>
          <pc:docMk/>
          <pc:sldMk cId="1069970356" sldId="261"/>
        </pc:sldMkLst>
        <pc:spChg chg="del">
          <ac:chgData name="Guest User" userId="4a1ea7f34b523fce" providerId="Windows Live" clId="Web-{19B7EDA1-9CAF-422C-8BCB-359D6A8FFC0A}" dt="2022-09-29T15:52:58.709" v="3"/>
          <ac:spMkLst>
            <pc:docMk/>
            <pc:sldMk cId="1069970356" sldId="261"/>
            <ac:spMk id="3" creationId="{D88F2926-349F-39FA-5F8C-3E27C791EBDC}"/>
          </ac:spMkLst>
        </pc:spChg>
        <pc:spChg chg="add del mod">
          <ac:chgData name="Guest User" userId="4a1ea7f34b523fce" providerId="Windows Live" clId="Web-{19B7EDA1-9CAF-422C-8BCB-359D6A8FFC0A}" dt="2022-09-29T16:07:20.081" v="243"/>
          <ac:spMkLst>
            <pc:docMk/>
            <pc:sldMk cId="1069970356" sldId="261"/>
            <ac:spMk id="286" creationId="{86B94EF9-BD5C-2871-F352-CC7A1AE27357}"/>
          </ac:spMkLst>
        </pc:spChg>
        <pc:spChg chg="add mod">
          <ac:chgData name="Guest User" userId="4a1ea7f34b523fce" providerId="Windows Live" clId="Web-{19B7EDA1-9CAF-422C-8BCB-359D6A8FFC0A}" dt="2022-09-29T16:08:57.209" v="265" actId="14100"/>
          <ac:spMkLst>
            <pc:docMk/>
            <pc:sldMk cId="1069970356" sldId="261"/>
            <ac:spMk id="287" creationId="{1C487BFC-EA78-9E3C-14FA-1C1957250C5A}"/>
          </ac:spMkLst>
        </pc:spChg>
        <pc:spChg chg="add mod">
          <ac:chgData name="Guest User" userId="4a1ea7f34b523fce" providerId="Windows Live" clId="Web-{19B7EDA1-9CAF-422C-8BCB-359D6A8FFC0A}" dt="2022-09-29T16:08:51.834" v="264" actId="14100"/>
          <ac:spMkLst>
            <pc:docMk/>
            <pc:sldMk cId="1069970356" sldId="261"/>
            <ac:spMk id="288" creationId="{EEBB620F-0439-5C42-E2A2-79E12F5CAEB4}"/>
          </ac:spMkLst>
        </pc:spChg>
        <pc:spChg chg="add mod">
          <ac:chgData name="Guest User" userId="4a1ea7f34b523fce" providerId="Windows Live" clId="Web-{19B7EDA1-9CAF-422C-8BCB-359D6A8FFC0A}" dt="2022-09-29T16:10:12.243" v="275" actId="14100"/>
          <ac:spMkLst>
            <pc:docMk/>
            <pc:sldMk cId="1069970356" sldId="261"/>
            <ac:spMk id="289" creationId="{EEB4129E-CD3E-2765-2342-920A3080DD95}"/>
          </ac:spMkLst>
        </pc:spChg>
        <pc:graphicFrameChg chg="add mod ord modGraphic">
          <ac:chgData name="Guest User" userId="4a1ea7f34b523fce" providerId="Windows Live" clId="Web-{19B7EDA1-9CAF-422C-8BCB-359D6A8FFC0A}" dt="2022-09-29T16:04:46.451" v="224" actId="1076"/>
          <ac:graphicFrameMkLst>
            <pc:docMk/>
            <pc:sldMk cId="1069970356" sldId="261"/>
            <ac:graphicFrameMk id="4" creationId="{6BF3654F-DB2E-13A8-DFF4-DAE40A98BA34}"/>
          </ac:graphicFrameMkLst>
        </pc:graphicFrameChg>
        <pc:graphicFrameChg chg="add del mod modGraphic">
          <ac:chgData name="Guest User" userId="4a1ea7f34b523fce" providerId="Windows Live" clId="Web-{19B7EDA1-9CAF-422C-8BCB-359D6A8FFC0A}" dt="2022-09-29T16:03:42.793" v="220"/>
          <ac:graphicFrameMkLst>
            <pc:docMk/>
            <pc:sldMk cId="1069970356" sldId="261"/>
            <ac:graphicFrameMk id="5" creationId="{625CA488-F6FB-0C63-93B5-87F3FCC8BDB4}"/>
          </ac:graphicFrameMkLst>
        </pc:graphicFrameChg>
        <pc:cxnChg chg="add del mod">
          <ac:chgData name="Guest User" userId="4a1ea7f34b523fce" providerId="Windows Live" clId="Web-{19B7EDA1-9CAF-422C-8BCB-359D6A8FFC0A}" dt="2022-09-29T16:07:27.784" v="244"/>
          <ac:cxnSpMkLst>
            <pc:docMk/>
            <pc:sldMk cId="1069970356" sldId="261"/>
            <ac:cxnSpMk id="284" creationId="{B9DEBC90-C5E0-65AA-FBC8-9B42462A0200}"/>
          </ac:cxnSpMkLst>
        </pc:cxnChg>
        <pc:cxnChg chg="add del mod">
          <ac:chgData name="Guest User" userId="4a1ea7f34b523fce" providerId="Windows Live" clId="Web-{19B7EDA1-9CAF-422C-8BCB-359D6A8FFC0A}" dt="2022-09-29T16:07:55.895" v="251"/>
          <ac:cxnSpMkLst>
            <pc:docMk/>
            <pc:sldMk cId="1069970356" sldId="261"/>
            <ac:cxnSpMk id="285" creationId="{83DCFF0F-2D4F-EAEB-027D-EE32C8C144EB}"/>
          </ac:cxnSpMkLst>
        </pc:cxnChg>
      </pc:sldChg>
    </pc:docChg>
  </pc:docChgLst>
  <pc:docChgLst>
    <pc:chgData name="Guest User" userId="4a1ea7f34b523fce" providerId="Windows Live" clId="Web-{BFA6AAED-C4BC-4F9F-AF0D-BCB5E15589B9}"/>
    <pc:docChg chg="addSld delSld modSld addMainMaster delMainMaster">
      <pc:chgData name="Guest User" userId="4a1ea7f34b523fce" providerId="Windows Live" clId="Web-{BFA6AAED-C4BC-4F9F-AF0D-BCB5E15589B9}" dt="2022-09-29T13:39:50.279" v="202" actId="1076"/>
      <pc:docMkLst>
        <pc:docMk/>
      </pc:docMkLst>
      <pc:sldChg chg="addSp delSp modSp mod modClrScheme chgLayout">
        <pc:chgData name="Guest User" userId="4a1ea7f34b523fce" providerId="Windows Live" clId="Web-{BFA6AAED-C4BC-4F9F-AF0D-BCB5E15589B9}" dt="2022-09-29T13:39:50.279" v="202" actId="1076"/>
        <pc:sldMkLst>
          <pc:docMk/>
          <pc:sldMk cId="109857222" sldId="256"/>
        </pc:sldMkLst>
        <pc:spChg chg="del">
          <ac:chgData name="Guest User" userId="4a1ea7f34b523fce" providerId="Windows Live" clId="Web-{BFA6AAED-C4BC-4F9F-AF0D-BCB5E15589B9}" dt="2022-09-29T13:21:39.291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Guest User" userId="4a1ea7f34b523fce" providerId="Windows Live" clId="Web-{BFA6AAED-C4BC-4F9F-AF0D-BCB5E15589B9}" dt="2022-09-29T13:21:39.291" v="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Guest User" userId="4a1ea7f34b523fce" providerId="Windows Live" clId="Web-{BFA6AAED-C4BC-4F9F-AF0D-BCB5E15589B9}" dt="2022-09-29T13:39:50.279" v="202" actId="1076"/>
          <ac:spMkLst>
            <pc:docMk/>
            <pc:sldMk cId="109857222" sldId="256"/>
            <ac:spMk id="4" creationId="{0CC46A92-0221-BA5C-BA99-BC0753C2C067}"/>
          </ac:spMkLst>
        </pc:spChg>
        <pc:spChg chg="add mod ord">
          <ac:chgData name="Guest User" userId="4a1ea7f34b523fce" providerId="Windows Live" clId="Web-{BFA6AAED-C4BC-4F9F-AF0D-BCB5E15589B9}" dt="2022-09-29T13:39:44.435" v="201" actId="1076"/>
          <ac:spMkLst>
            <pc:docMk/>
            <pc:sldMk cId="109857222" sldId="256"/>
            <ac:spMk id="5" creationId="{AC2A6C4E-B388-3945-E4C8-C7FA8581F5D1}"/>
          </ac:spMkLst>
        </pc:spChg>
        <pc:spChg chg="add mod ord">
          <ac:chgData name="Guest User" userId="4a1ea7f34b523fce" providerId="Windows Live" clId="Web-{BFA6AAED-C4BC-4F9F-AF0D-BCB5E15589B9}" dt="2022-09-29T13:39:21.591" v="198"/>
          <ac:spMkLst>
            <pc:docMk/>
            <pc:sldMk cId="109857222" sldId="256"/>
            <ac:spMk id="6" creationId="{9F35875E-5FE0-E307-A42B-E10267333E77}"/>
          </ac:spMkLst>
        </pc:spChg>
        <pc:inkChg chg="add">
          <ac:chgData name="Guest User" userId="4a1ea7f34b523fce" providerId="Windows Live" clId="Web-{BFA6AAED-C4BC-4F9F-AF0D-BCB5E15589B9}" dt="2022-09-29T13:37:12.227" v="183"/>
          <ac:inkMkLst>
            <pc:docMk/>
            <pc:sldMk cId="109857222" sldId="256"/>
            <ac:inkMk id="7" creationId="{545062AE-5087-BCE2-0478-611E36675D8E}"/>
          </ac:inkMkLst>
        </pc:inkChg>
        <pc:inkChg chg="add">
          <ac:chgData name="Guest User" userId="4a1ea7f34b523fce" providerId="Windows Live" clId="Web-{BFA6AAED-C4BC-4F9F-AF0D-BCB5E15589B9}" dt="2022-09-29T13:37:15.227" v="184"/>
          <ac:inkMkLst>
            <pc:docMk/>
            <pc:sldMk cId="109857222" sldId="256"/>
            <ac:inkMk id="8" creationId="{A65691D2-FAE9-27A3-77DD-823717FCC1F0}"/>
          </ac:inkMkLst>
        </pc:inkChg>
        <pc:inkChg chg="add del">
          <ac:chgData name="Guest User" userId="4a1ea7f34b523fce" providerId="Windows Live" clId="Web-{BFA6AAED-C4BC-4F9F-AF0D-BCB5E15589B9}" dt="2022-09-29T13:37:39.212" v="192"/>
          <ac:inkMkLst>
            <pc:docMk/>
            <pc:sldMk cId="109857222" sldId="256"/>
            <ac:inkMk id="9" creationId="{DB202466-8344-F80E-A646-63F28F70F141}"/>
          </ac:inkMkLst>
        </pc:inkChg>
        <pc:inkChg chg="add del">
          <ac:chgData name="Guest User" userId="4a1ea7f34b523fce" providerId="Windows Live" clId="Web-{BFA6AAED-C4BC-4F9F-AF0D-BCB5E15589B9}" dt="2022-09-29T13:37:24.665" v="187"/>
          <ac:inkMkLst>
            <pc:docMk/>
            <pc:sldMk cId="109857222" sldId="256"/>
            <ac:inkMk id="10" creationId="{1F129539-5B4C-EF6D-AC1F-570578398360}"/>
          </ac:inkMkLst>
        </pc:inkChg>
        <pc:inkChg chg="add del">
          <ac:chgData name="Guest User" userId="4a1ea7f34b523fce" providerId="Windows Live" clId="Web-{BFA6AAED-C4BC-4F9F-AF0D-BCB5E15589B9}" dt="2022-09-29T13:37:35.400" v="191"/>
          <ac:inkMkLst>
            <pc:docMk/>
            <pc:sldMk cId="109857222" sldId="256"/>
            <ac:inkMk id="11" creationId="{2AE85171-CE0A-F082-14DB-E15F4C5DAEB6}"/>
          </ac:inkMkLst>
        </pc:inkChg>
        <pc:inkChg chg="add del">
          <ac:chgData name="Guest User" userId="4a1ea7f34b523fce" providerId="Windows Live" clId="Web-{BFA6AAED-C4BC-4F9F-AF0D-BCB5E15589B9}" dt="2022-09-29T13:37:35.400" v="190"/>
          <ac:inkMkLst>
            <pc:docMk/>
            <pc:sldMk cId="109857222" sldId="256"/>
            <ac:inkMk id="12" creationId="{4545805C-E379-F809-C8AD-132902792877}"/>
          </ac:inkMkLst>
        </pc:inkChg>
      </pc:sldChg>
      <pc:sldChg chg="modSp new mod modClrScheme chgLayout">
        <pc:chgData name="Guest User" userId="4a1ea7f34b523fce" providerId="Windows Live" clId="Web-{BFA6AAED-C4BC-4F9F-AF0D-BCB5E15589B9}" dt="2022-09-29T13:39:21.591" v="198"/>
        <pc:sldMkLst>
          <pc:docMk/>
          <pc:sldMk cId="1718964686" sldId="257"/>
        </pc:sldMkLst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1718964686" sldId="257"/>
            <ac:spMk id="2" creationId="{4149E27D-4533-07D1-05BC-F411DF70F50A}"/>
          </ac:spMkLst>
        </pc:spChg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1718964686" sldId="257"/>
            <ac:spMk id="3" creationId="{07831D3C-FAF4-B651-631B-83D21F23D9A8}"/>
          </ac:spMkLst>
        </pc:spChg>
      </pc:sldChg>
      <pc:sldChg chg="modSp new mod modClrScheme chgLayout">
        <pc:chgData name="Guest User" userId="4a1ea7f34b523fce" providerId="Windows Live" clId="Web-{BFA6AAED-C4BC-4F9F-AF0D-BCB5E15589B9}" dt="2022-09-29T13:39:21.591" v="198"/>
        <pc:sldMkLst>
          <pc:docMk/>
          <pc:sldMk cId="3056580730" sldId="258"/>
        </pc:sldMkLst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3056580730" sldId="258"/>
            <ac:spMk id="2" creationId="{FB499CF7-AFCD-2354-9AF2-B667BF8276F2}"/>
          </ac:spMkLst>
        </pc:spChg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3056580730" sldId="258"/>
            <ac:spMk id="3" creationId="{25E3C750-31EF-3068-F79B-475C9C2EBFBB}"/>
          </ac:spMkLst>
        </pc:spChg>
      </pc:sldChg>
      <pc:sldChg chg="modSp new mod modClrScheme chgLayout">
        <pc:chgData name="Guest User" userId="4a1ea7f34b523fce" providerId="Windows Live" clId="Web-{BFA6AAED-C4BC-4F9F-AF0D-BCB5E15589B9}" dt="2022-09-29T13:39:21.591" v="198"/>
        <pc:sldMkLst>
          <pc:docMk/>
          <pc:sldMk cId="3083901908" sldId="259"/>
        </pc:sldMkLst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3083901908" sldId="259"/>
            <ac:spMk id="2" creationId="{F2F6E617-3894-9BF3-740A-39E375564218}"/>
          </ac:spMkLst>
        </pc:spChg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3083901908" sldId="259"/>
            <ac:spMk id="3" creationId="{92F2390D-6DE3-9798-8CE4-D335E53B9D45}"/>
          </ac:spMkLst>
        </pc:spChg>
      </pc:sldChg>
      <pc:sldChg chg="new del">
        <pc:chgData name="Guest User" userId="4a1ea7f34b523fce" providerId="Windows Live" clId="Web-{BFA6AAED-C4BC-4F9F-AF0D-BCB5E15589B9}" dt="2022-09-29T13:30:14.338" v="136"/>
        <pc:sldMkLst>
          <pc:docMk/>
          <pc:sldMk cId="264604121" sldId="260"/>
        </pc:sldMkLst>
      </pc:sldChg>
      <pc:sldChg chg="modSp new mod modClrScheme chgLayout">
        <pc:chgData name="Guest User" userId="4a1ea7f34b523fce" providerId="Windows Live" clId="Web-{BFA6AAED-C4BC-4F9F-AF0D-BCB5E15589B9}" dt="2022-09-29T13:39:21.591" v="198"/>
        <pc:sldMkLst>
          <pc:docMk/>
          <pc:sldMk cId="2960041164" sldId="260"/>
        </pc:sldMkLst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2960041164" sldId="260"/>
            <ac:spMk id="2" creationId="{4C104DE2-2273-EB83-77A0-1E7498ED17C8}"/>
          </ac:spMkLst>
        </pc:spChg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2960041164" sldId="260"/>
            <ac:spMk id="3" creationId="{5C8B56A4-C1E3-6E20-0343-56FC37CDB19F}"/>
          </ac:spMkLst>
        </pc:spChg>
      </pc:sldChg>
      <pc:sldChg chg="addSp delSp modSp new mod modClrScheme chgLayout">
        <pc:chgData name="Guest User" userId="4a1ea7f34b523fce" providerId="Windows Live" clId="Web-{BFA6AAED-C4BC-4F9F-AF0D-BCB5E15589B9}" dt="2022-09-29T13:39:21.591" v="198"/>
        <pc:sldMkLst>
          <pc:docMk/>
          <pc:sldMk cId="1069970356" sldId="261"/>
        </pc:sldMkLst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1069970356" sldId="261"/>
            <ac:spMk id="2" creationId="{7FF23B65-5B0E-5B21-EF5F-ABE0292EC202}"/>
          </ac:spMkLst>
        </pc:spChg>
        <pc:spChg chg="mod ord">
          <ac:chgData name="Guest User" userId="4a1ea7f34b523fce" providerId="Windows Live" clId="Web-{BFA6AAED-C4BC-4F9F-AF0D-BCB5E15589B9}" dt="2022-09-29T13:39:21.591" v="198"/>
          <ac:spMkLst>
            <pc:docMk/>
            <pc:sldMk cId="1069970356" sldId="261"/>
            <ac:spMk id="3" creationId="{D88F2926-349F-39FA-5F8C-3E27C791EBDC}"/>
          </ac:spMkLst>
        </pc:spChg>
        <pc:inkChg chg="add del">
          <ac:chgData name="Guest User" userId="4a1ea7f34b523fce" providerId="Windows Live" clId="Web-{BFA6AAED-C4BC-4F9F-AF0D-BCB5E15589B9}" dt="2022-09-29T13:37:06.977" v="180"/>
          <ac:inkMkLst>
            <pc:docMk/>
            <pc:sldMk cId="1069970356" sldId="261"/>
            <ac:inkMk id="4" creationId="{68801425-260A-6AE9-0D94-F251D8A228D9}"/>
          </ac:inkMkLst>
        </pc:inkChg>
        <pc:inkChg chg="add del">
          <ac:chgData name="Guest User" userId="4a1ea7f34b523fce" providerId="Windows Live" clId="Web-{BFA6AAED-C4BC-4F9F-AF0D-BCB5E15589B9}" dt="2022-09-29T13:37:05.071" v="179"/>
          <ac:inkMkLst>
            <pc:docMk/>
            <pc:sldMk cId="1069970356" sldId="261"/>
            <ac:inkMk id="5" creationId="{E068DA3B-38F2-F091-BFCF-4731BC0EF185}"/>
          </ac:inkMkLst>
        </pc:inkChg>
        <pc:inkChg chg="add del">
          <ac:chgData name="Guest User" userId="4a1ea7f34b523fce" providerId="Windows Live" clId="Web-{BFA6AAED-C4BC-4F9F-AF0D-BCB5E15589B9}" dt="2022-09-29T13:37:03.039" v="178"/>
          <ac:inkMkLst>
            <pc:docMk/>
            <pc:sldMk cId="1069970356" sldId="261"/>
            <ac:inkMk id="6" creationId="{5D961CB1-A647-28C8-0B39-16CA231B852C}"/>
          </ac:inkMkLst>
        </pc:inkChg>
        <pc:inkChg chg="add del">
          <ac:chgData name="Guest User" userId="4a1ea7f34b523fce" providerId="Windows Live" clId="Web-{BFA6AAED-C4BC-4F9F-AF0D-BCB5E15589B9}" dt="2022-09-29T13:37:01.524" v="177"/>
          <ac:inkMkLst>
            <pc:docMk/>
            <pc:sldMk cId="1069970356" sldId="261"/>
            <ac:inkMk id="7" creationId="{CE893A39-2331-C39E-E2E8-92F397142F43}"/>
          </ac:inkMkLst>
        </pc:inkChg>
      </pc:sldChg>
      <pc:sldMasterChg chg="del delSldLayout">
        <pc:chgData name="Guest User" userId="4a1ea7f34b523fce" providerId="Windows Live" clId="Web-{BFA6AAED-C4BC-4F9F-AF0D-BCB5E15589B9}" dt="2022-09-29T13:26:45.394" v="33"/>
        <pc:sldMasterMkLst>
          <pc:docMk/>
          <pc:sldMasterMk cId="2460954070" sldId="2147483660"/>
        </pc:sldMasterMkLst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Guest User" userId="4a1ea7f34b523fce" providerId="Windows Live" clId="Web-{BFA6AAED-C4BC-4F9F-AF0D-BCB5E15589B9}" dt="2022-09-29T13:26:45.394" v="3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Guest User" userId="4a1ea7f34b523fce" providerId="Windows Live" clId="Web-{BFA6AAED-C4BC-4F9F-AF0D-BCB5E15589B9}" dt="2022-09-29T13:34:57.394" v="168"/>
        <pc:sldMasterMkLst>
          <pc:docMk/>
          <pc:sldMasterMk cId="1109599812" sldId="2147483672"/>
        </pc:sldMasterMkLst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244806995" sldId="2147483673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542114629" sldId="2147483674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3801470107" sldId="2147483675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2378150697" sldId="2147483676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2913246802" sldId="2147483677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3095134068" sldId="2147483678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1649552947" sldId="2147483679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904015906" sldId="2147483680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1964844850" sldId="2147483681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3497662572" sldId="2147483682"/>
          </pc:sldLayoutMkLst>
        </pc:sldLayoutChg>
        <pc:sldLayoutChg chg="add del mod replId">
          <pc:chgData name="Guest User" userId="4a1ea7f34b523fce" providerId="Windows Live" clId="Web-{BFA6AAED-C4BC-4F9F-AF0D-BCB5E15589B9}" dt="2022-09-29T13:34:57.394" v="168"/>
          <pc:sldLayoutMkLst>
            <pc:docMk/>
            <pc:sldMasterMk cId="1109599812" sldId="2147483672"/>
            <pc:sldLayoutMk cId="2092103283" sldId="2147483683"/>
          </pc:sldLayoutMkLst>
        </pc:sldLayoutChg>
      </pc:sldMasterChg>
      <pc:sldMasterChg chg="add del addSldLayout delSldLayout modSldLayout">
        <pc:chgData name="Guest User" userId="4a1ea7f34b523fce" providerId="Windows Live" clId="Web-{BFA6AAED-C4BC-4F9F-AF0D-BCB5E15589B9}" dt="2022-09-29T13:35:02.941" v="169"/>
        <pc:sldMasterMkLst>
          <pc:docMk/>
          <pc:sldMasterMk cId="3373798781" sldId="2147483684"/>
        </pc:sldMasterMkLst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182291701" sldId="2147483685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82551160" sldId="2147483686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2731376666" sldId="2147483687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1789941652" sldId="2147483688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3995989999" sldId="2147483689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3927949766" sldId="2147483690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3244749353" sldId="2147483691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3729426388" sldId="2147483692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3342567395" sldId="2147483693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684561651" sldId="2147483694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480817716" sldId="2147483695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1453981577" sldId="2147483696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2773673960" sldId="2147483697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2986974554" sldId="2147483698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1056526604" sldId="2147483699"/>
          </pc:sldLayoutMkLst>
        </pc:sldLayoutChg>
        <pc:sldLayoutChg chg="add del mod replId">
          <pc:chgData name="Guest User" userId="4a1ea7f34b523fce" providerId="Windows Live" clId="Web-{BFA6AAED-C4BC-4F9F-AF0D-BCB5E15589B9}" dt="2022-09-29T13:35:02.941" v="169"/>
          <pc:sldLayoutMkLst>
            <pc:docMk/>
            <pc:sldMasterMk cId="3373798781" sldId="2147483684"/>
            <pc:sldLayoutMk cId="2309529823" sldId="2147483700"/>
          </pc:sldLayoutMkLst>
        </pc:sldLayoutChg>
      </pc:sldMasterChg>
      <pc:sldMasterChg chg="add del addSldLayout delSldLayout modSldLayout">
        <pc:chgData name="Guest User" userId="4a1ea7f34b523fce" providerId="Windows Live" clId="Web-{BFA6AAED-C4BC-4F9F-AF0D-BCB5E15589B9}" dt="2022-09-29T13:35:11.457" v="170"/>
        <pc:sldMasterMkLst>
          <pc:docMk/>
          <pc:sldMasterMk cId="1691095767" sldId="2147483701"/>
        </pc:sldMasterMkLst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417131505" sldId="2147483702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617723532" sldId="2147483703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2527379727" sldId="2147483704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665282344" sldId="2147483705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464031410" sldId="2147483706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3540632639" sldId="2147483707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4122386061" sldId="2147483708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3294332515" sldId="2147483709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181536458" sldId="2147483710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527104416" sldId="2147483711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10954610" sldId="2147483712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3004338265" sldId="2147483713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58485129" sldId="2147483714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3499365094" sldId="2147483715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3613639171" sldId="2147483716"/>
          </pc:sldLayoutMkLst>
        </pc:sldLayoutChg>
        <pc:sldLayoutChg chg="add del mod replId">
          <pc:chgData name="Guest User" userId="4a1ea7f34b523fce" providerId="Windows Live" clId="Web-{BFA6AAED-C4BC-4F9F-AF0D-BCB5E15589B9}" dt="2022-09-29T13:35:11.457" v="170"/>
          <pc:sldLayoutMkLst>
            <pc:docMk/>
            <pc:sldMasterMk cId="1691095767" sldId="2147483701"/>
            <pc:sldLayoutMk cId="1948234772" sldId="2147483717"/>
          </pc:sldLayoutMkLst>
        </pc:sldLayoutChg>
      </pc:sldMasterChg>
      <pc:sldMasterChg chg="add del addSldLayout delSldLayout modSldLayout">
        <pc:chgData name="Guest User" userId="4a1ea7f34b523fce" providerId="Windows Live" clId="Web-{BFA6AAED-C4BC-4F9F-AF0D-BCB5E15589B9}" dt="2022-09-29T13:39:10.606" v="197"/>
        <pc:sldMasterMkLst>
          <pc:docMk/>
          <pc:sldMasterMk cId="399051918" sldId="2147483718"/>
        </pc:sldMasterMkLst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405060757" sldId="2147483719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3441984817" sldId="2147483720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2430486517" sldId="2147483721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444253618" sldId="2147483722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2408751109" sldId="2147483723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3598506274" sldId="2147483724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2736166964" sldId="2147483725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1633846851" sldId="2147483726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3879765545" sldId="2147483727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3066454667" sldId="2147483728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939639857" sldId="2147483729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494331289" sldId="2147483730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2878079630" sldId="2147483731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2336715562" sldId="2147483732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3843647260" sldId="2147483733"/>
          </pc:sldLayoutMkLst>
        </pc:sldLayoutChg>
        <pc:sldLayoutChg chg="add del mod replId">
          <pc:chgData name="Guest User" userId="4a1ea7f34b523fce" providerId="Windows Live" clId="Web-{BFA6AAED-C4BC-4F9F-AF0D-BCB5E15589B9}" dt="2022-09-29T13:39:10.606" v="197"/>
          <pc:sldLayoutMkLst>
            <pc:docMk/>
            <pc:sldMasterMk cId="399051918" sldId="2147483718"/>
            <pc:sldLayoutMk cId="1736762310" sldId="2147483734"/>
          </pc:sldLayoutMkLst>
        </pc:sldLayoutChg>
      </pc:sldMasterChg>
      <pc:sldMasterChg chg="add del addSldLayout delSldLayout modSldLayout">
        <pc:chgData name="Guest User" userId="4a1ea7f34b523fce" providerId="Windows Live" clId="Web-{BFA6AAED-C4BC-4F9F-AF0D-BCB5E15589B9}" dt="2022-09-29T13:39:21.591" v="198"/>
        <pc:sldMasterMkLst>
          <pc:docMk/>
          <pc:sldMasterMk cId="1589791187" sldId="2147483735"/>
        </pc:sldMasterMkLst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1838561569" sldId="2147483736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321126608" sldId="2147483737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595952593" sldId="2147483738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008800703" sldId="2147483739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764351571" sldId="2147483740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1098447196" sldId="2147483741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659912634" sldId="2147483742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929652583" sldId="2147483743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176597926" sldId="2147483744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1656135949" sldId="2147483745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43699681" sldId="2147483746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762781108" sldId="2147483747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092379237" sldId="2147483748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889395070" sldId="2147483749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2929315548" sldId="2147483750"/>
          </pc:sldLayoutMkLst>
        </pc:sldLayoutChg>
        <pc:sldLayoutChg chg="add del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1589791187" sldId="2147483735"/>
            <pc:sldLayoutMk cId="4289867952" sldId="2147483751"/>
          </pc:sldLayoutMkLst>
        </pc:sldLayoutChg>
      </pc:sldMasterChg>
      <pc:sldMasterChg chg="add addSldLayout modSldLayout">
        <pc:chgData name="Guest User" userId="4a1ea7f34b523fce" providerId="Windows Live" clId="Web-{BFA6AAED-C4BC-4F9F-AF0D-BCB5E15589B9}" dt="2022-09-29T13:39:21.591" v="198"/>
        <pc:sldMasterMkLst>
          <pc:docMk/>
          <pc:sldMasterMk cId="2126051644" sldId="2147483752"/>
        </pc:sldMasterMkLst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2195024315" sldId="2147483753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727118874" sldId="2147483754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496862636" sldId="2147483755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284625731" sldId="2147483756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2865639296" sldId="2147483757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762500420" sldId="2147483758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2594152111" sldId="2147483759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63823769" sldId="2147483760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913351899" sldId="2147483761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4088014784" sldId="2147483762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3922317659" sldId="2147483763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4200222169" sldId="2147483764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3657068939" sldId="2147483765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1134349933" sldId="2147483766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420713700" sldId="2147483767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63418121" sldId="2147483768"/>
          </pc:sldLayoutMkLst>
        </pc:sldLayoutChg>
        <pc:sldLayoutChg chg="add mod replId">
          <pc:chgData name="Guest User" userId="4a1ea7f34b523fce" providerId="Windows Live" clId="Web-{BFA6AAED-C4BC-4F9F-AF0D-BCB5E15589B9}" dt="2022-09-29T13:39:21.591" v="198"/>
          <pc:sldLayoutMkLst>
            <pc:docMk/>
            <pc:sldMasterMk cId="2126051644" sldId="2147483752"/>
            <pc:sldLayoutMk cId="500614416" sldId="2147483769"/>
          </pc:sldLayoutMkLst>
        </pc:sldLayoutChg>
      </pc:sldMasterChg>
    </pc:docChg>
  </pc:docChgLst>
  <pc:docChgLst>
    <pc:chgData name="Guest User" userId="4a1ea7f34b523fce" providerId="Windows Live" clId="Web-{DAE04A0F-5877-4C6E-BE16-F5C62289A833}"/>
    <pc:docChg chg="delSld modSld">
      <pc:chgData name="Guest User" userId="4a1ea7f34b523fce" providerId="Windows Live" clId="Web-{DAE04A0F-5877-4C6E-BE16-F5C62289A833}" dt="2022-10-19T13:19:10.049" v="64" actId="1076"/>
      <pc:docMkLst>
        <pc:docMk/>
      </pc:docMkLst>
      <pc:sldChg chg="modSp">
        <pc:chgData name="Guest User" userId="4a1ea7f34b523fce" providerId="Windows Live" clId="Web-{DAE04A0F-5877-4C6E-BE16-F5C62289A833}" dt="2022-10-19T12:43:02.183" v="50" actId="20577"/>
        <pc:sldMkLst>
          <pc:docMk/>
          <pc:sldMk cId="1718964686" sldId="257"/>
        </pc:sldMkLst>
        <pc:spChg chg="mod">
          <ac:chgData name="Guest User" userId="4a1ea7f34b523fce" providerId="Windows Live" clId="Web-{DAE04A0F-5877-4C6E-BE16-F5C62289A833}" dt="2022-10-19T12:43:02.183" v="50" actId="20577"/>
          <ac:spMkLst>
            <pc:docMk/>
            <pc:sldMk cId="1718964686" sldId="257"/>
            <ac:spMk id="3" creationId="{07831D3C-FAF4-B651-631B-83D21F23D9A8}"/>
          </ac:spMkLst>
        </pc:spChg>
      </pc:sldChg>
      <pc:sldChg chg="modSp del">
        <pc:chgData name="Guest User" userId="4a1ea7f34b523fce" providerId="Windows Live" clId="Web-{DAE04A0F-5877-4C6E-BE16-F5C62289A833}" dt="2022-10-19T13:12:44.037" v="61"/>
        <pc:sldMkLst>
          <pc:docMk/>
          <pc:sldMk cId="3056580730" sldId="258"/>
        </pc:sldMkLst>
        <pc:spChg chg="mod">
          <ac:chgData name="Guest User" userId="4a1ea7f34b523fce" providerId="Windows Live" clId="Web-{DAE04A0F-5877-4C6E-BE16-F5C62289A833}" dt="2022-10-19T12:34:35.338" v="18" actId="20577"/>
          <ac:spMkLst>
            <pc:docMk/>
            <pc:sldMk cId="3056580730" sldId="258"/>
            <ac:spMk id="3" creationId="{25E3C750-31EF-3068-F79B-475C9C2EBFBB}"/>
          </ac:spMkLst>
        </pc:spChg>
      </pc:sldChg>
      <pc:sldChg chg="modSp">
        <pc:chgData name="Guest User" userId="4a1ea7f34b523fce" providerId="Windows Live" clId="Web-{DAE04A0F-5877-4C6E-BE16-F5C62289A833}" dt="2022-10-19T12:56:11.177" v="56" actId="20577"/>
        <pc:sldMkLst>
          <pc:docMk/>
          <pc:sldMk cId="2960041164" sldId="260"/>
        </pc:sldMkLst>
        <pc:spChg chg="mod">
          <ac:chgData name="Guest User" userId="4a1ea7f34b523fce" providerId="Windows Live" clId="Web-{DAE04A0F-5877-4C6E-BE16-F5C62289A833}" dt="2022-10-19T12:56:11.177" v="56" actId="20577"/>
          <ac:spMkLst>
            <pc:docMk/>
            <pc:sldMk cId="2960041164" sldId="260"/>
            <ac:spMk id="6" creationId="{8DDF3CE6-09D3-3603-9765-D4314D466913}"/>
          </ac:spMkLst>
        </pc:spChg>
      </pc:sldChg>
      <pc:sldChg chg="modSp">
        <pc:chgData name="Guest User" userId="4a1ea7f34b523fce" providerId="Windows Live" clId="Web-{DAE04A0F-5877-4C6E-BE16-F5C62289A833}" dt="2022-10-19T12:49:07.398" v="52" actId="20577"/>
        <pc:sldMkLst>
          <pc:docMk/>
          <pc:sldMk cId="2414775764" sldId="263"/>
        </pc:sldMkLst>
        <pc:spChg chg="mod">
          <ac:chgData name="Guest User" userId="4a1ea7f34b523fce" providerId="Windows Live" clId="Web-{DAE04A0F-5877-4C6E-BE16-F5C62289A833}" dt="2022-10-19T12:49:07.398" v="52" actId="20577"/>
          <ac:spMkLst>
            <pc:docMk/>
            <pc:sldMk cId="2414775764" sldId="263"/>
            <ac:spMk id="3" creationId="{D033E5B5-B4AB-364D-20D9-EF36260433E3}"/>
          </ac:spMkLst>
        </pc:spChg>
      </pc:sldChg>
      <pc:sldChg chg="modSp">
        <pc:chgData name="Guest User" userId="4a1ea7f34b523fce" providerId="Windows Live" clId="Web-{DAE04A0F-5877-4C6E-BE16-F5C62289A833}" dt="2022-10-19T13:19:10.049" v="64" actId="1076"/>
        <pc:sldMkLst>
          <pc:docMk/>
          <pc:sldMk cId="3620236712" sldId="273"/>
        </pc:sldMkLst>
        <pc:picChg chg="mod">
          <ac:chgData name="Guest User" userId="4a1ea7f34b523fce" providerId="Windows Live" clId="Web-{DAE04A0F-5877-4C6E-BE16-F5C62289A833}" dt="2022-10-19T13:19:10.049" v="64" actId="1076"/>
          <ac:picMkLst>
            <pc:docMk/>
            <pc:sldMk cId="3620236712" sldId="273"/>
            <ac:picMk id="3" creationId="{1779EDF0-E627-297E-03C8-2312CFB1A632}"/>
          </ac:picMkLst>
        </pc:picChg>
      </pc:sldChg>
      <pc:sldChg chg="modSp">
        <pc:chgData name="Guest User" userId="4a1ea7f34b523fce" providerId="Windows Live" clId="Web-{DAE04A0F-5877-4C6E-BE16-F5C62289A833}" dt="2022-10-19T13:04:45.053" v="59" actId="20577"/>
        <pc:sldMkLst>
          <pc:docMk/>
          <pc:sldMk cId="2155244043" sldId="275"/>
        </pc:sldMkLst>
        <pc:spChg chg="mod">
          <ac:chgData name="Guest User" userId="4a1ea7f34b523fce" providerId="Windows Live" clId="Web-{DAE04A0F-5877-4C6E-BE16-F5C62289A833}" dt="2022-10-19T13:04:45.053" v="59" actId="20577"/>
          <ac:spMkLst>
            <pc:docMk/>
            <pc:sldMk cId="2155244043" sldId="275"/>
            <ac:spMk id="3" creationId="{8C7B2221-2EBD-59EA-96AD-ECDC02282F7A}"/>
          </ac:spMkLst>
        </pc:spChg>
      </pc:sldChg>
      <pc:sldChg chg="del">
        <pc:chgData name="Guest User" userId="4a1ea7f34b523fce" providerId="Windows Live" clId="Web-{DAE04A0F-5877-4C6E-BE16-F5C62289A833}" dt="2022-10-19T13:09:57.672" v="60"/>
        <pc:sldMkLst>
          <pc:docMk/>
          <pc:sldMk cId="3020007056" sldId="280"/>
        </pc:sldMkLst>
      </pc:sldChg>
    </pc:docChg>
  </pc:docChgLst>
  <pc:docChgLst>
    <pc:chgData name="Guest User" userId="4a1ea7f34b523fce" providerId="Windows Live" clId="Web-{19A77348-6401-4A51-ADE7-DC97145190BA}"/>
    <pc:docChg chg="delSld modSld">
      <pc:chgData name="Guest User" userId="4a1ea7f34b523fce" providerId="Windows Live" clId="Web-{19A77348-6401-4A51-ADE7-DC97145190BA}" dt="2022-10-18T13:46:55.861" v="27" actId="20577"/>
      <pc:docMkLst>
        <pc:docMk/>
      </pc:docMkLst>
      <pc:sldChg chg="addSp modSp mod setBg">
        <pc:chgData name="Guest User" userId="4a1ea7f34b523fce" providerId="Windows Live" clId="Web-{19A77348-6401-4A51-ADE7-DC97145190BA}" dt="2022-10-18T13:45:44.749" v="19" actId="14100"/>
        <pc:sldMkLst>
          <pc:docMk/>
          <pc:sldMk cId="1718964686" sldId="257"/>
        </pc:sldMkLst>
        <pc:spChg chg="mod">
          <ac:chgData name="Guest User" userId="4a1ea7f34b523fce" providerId="Windows Live" clId="Web-{19A77348-6401-4A51-ADE7-DC97145190BA}" dt="2022-10-18T13:45:10.342" v="12"/>
          <ac:spMkLst>
            <pc:docMk/>
            <pc:sldMk cId="1718964686" sldId="257"/>
            <ac:spMk id="2" creationId="{4149E27D-4533-07D1-05BC-F411DF70F50A}"/>
          </ac:spMkLst>
        </pc:spChg>
        <pc:spChg chg="mod">
          <ac:chgData name="Guest User" userId="4a1ea7f34b523fce" providerId="Windows Live" clId="Web-{19A77348-6401-4A51-ADE7-DC97145190BA}" dt="2022-10-18T13:45:44.749" v="19" actId="14100"/>
          <ac:spMkLst>
            <pc:docMk/>
            <pc:sldMk cId="1718964686" sldId="257"/>
            <ac:spMk id="3" creationId="{07831D3C-FAF4-B651-631B-83D21F23D9A8}"/>
          </ac:spMkLst>
        </pc:spChg>
        <pc:spChg chg="add">
          <ac:chgData name="Guest User" userId="4a1ea7f34b523fce" providerId="Windows Live" clId="Web-{19A77348-6401-4A51-ADE7-DC97145190BA}" dt="2022-10-18T13:45:10.342" v="12"/>
          <ac:spMkLst>
            <pc:docMk/>
            <pc:sldMk cId="1718964686" sldId="257"/>
            <ac:spMk id="8" creationId="{DC878D9A-77BE-4701-AE3D-EEFC53CD50BC}"/>
          </ac:spMkLst>
        </pc:spChg>
        <pc:spChg chg="add">
          <ac:chgData name="Guest User" userId="4a1ea7f34b523fce" providerId="Windows Live" clId="Web-{19A77348-6401-4A51-ADE7-DC97145190BA}" dt="2022-10-18T13:45:10.342" v="12"/>
          <ac:spMkLst>
            <pc:docMk/>
            <pc:sldMk cId="1718964686" sldId="257"/>
            <ac:spMk id="10" creationId="{F643BE08-0ED1-4B73-AC6D-B7E26A59CDAA}"/>
          </ac:spMkLst>
        </pc:spChg>
        <pc:spChg chg="add">
          <ac:chgData name="Guest User" userId="4a1ea7f34b523fce" providerId="Windows Live" clId="Web-{19A77348-6401-4A51-ADE7-DC97145190BA}" dt="2022-10-18T13:45:10.342" v="12"/>
          <ac:spMkLst>
            <pc:docMk/>
            <pc:sldMk cId="1718964686" sldId="257"/>
            <ac:spMk id="12" creationId="{956B2094-7FC0-45FC-BFED-3CB88CEE63F5}"/>
          </ac:spMkLst>
        </pc:spChg>
        <pc:spChg chg="add">
          <ac:chgData name="Guest User" userId="4a1ea7f34b523fce" providerId="Windows Live" clId="Web-{19A77348-6401-4A51-ADE7-DC97145190BA}" dt="2022-10-18T13:45:10.342" v="12"/>
          <ac:spMkLst>
            <pc:docMk/>
            <pc:sldMk cId="1718964686" sldId="257"/>
            <ac:spMk id="14" creationId="{07A4B640-BB7F-4272-A710-068DBA9F9A6E}"/>
          </ac:spMkLst>
        </pc:spChg>
      </pc:sldChg>
      <pc:sldChg chg="addSp delSp modSp mod setBg">
        <pc:chgData name="Guest User" userId="4a1ea7f34b523fce" providerId="Windows Live" clId="Web-{19A77348-6401-4A51-ADE7-DC97145190BA}" dt="2022-10-18T13:46:55.861" v="27" actId="20577"/>
        <pc:sldMkLst>
          <pc:docMk/>
          <pc:sldMk cId="2399761401" sldId="262"/>
        </pc:sldMkLst>
        <pc:spChg chg="mod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2" creationId="{85EBC123-BE53-3432-A083-67235972C78A}"/>
          </ac:spMkLst>
        </pc:spChg>
        <pc:spChg chg="add del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3" creationId="{C863736C-7A05-6B45-BDEE-AFDD30DA0575}"/>
          </ac:spMkLst>
        </pc:spChg>
        <pc:spChg chg="add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9" creationId="{52BE4420-3B5F-4549-8B4A-77855B8215EC}"/>
          </ac:spMkLst>
        </pc:spChg>
        <pc:spChg chg="add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11" creationId="{A75876F6-95D4-48CB-8E3E-4401A96E25A4}"/>
          </ac:spMkLst>
        </pc:spChg>
        <pc:spChg chg="add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13" creationId="{D1B84719-90BB-4D0C-92D8-61DC5512B34B}"/>
          </ac:spMkLst>
        </pc:spChg>
        <pc:spChg chg="add">
          <ac:chgData name="Guest User" userId="4a1ea7f34b523fce" providerId="Windows Live" clId="Web-{19A77348-6401-4A51-ADE7-DC97145190BA}" dt="2022-10-18T13:46:03.984" v="22"/>
          <ac:spMkLst>
            <pc:docMk/>
            <pc:sldMk cId="2399761401" sldId="262"/>
            <ac:spMk id="15" creationId="{7B407EC4-5D16-4845-9840-4E28622B6568}"/>
          </ac:spMkLst>
        </pc:spChg>
        <pc:graphicFrameChg chg="add del">
          <ac:chgData name="Guest User" userId="4a1ea7f34b523fce" providerId="Windows Live" clId="Web-{19A77348-6401-4A51-ADE7-DC97145190BA}" dt="2022-10-18T13:46:03.969" v="21"/>
          <ac:graphicFrameMkLst>
            <pc:docMk/>
            <pc:sldMk cId="2399761401" sldId="262"/>
            <ac:graphicFrameMk id="5" creationId="{07663DE1-92BC-1BEF-A969-8D7B4C2EBDB1}"/>
          </ac:graphicFrameMkLst>
        </pc:graphicFrameChg>
        <pc:graphicFrameChg chg="add modGraphic">
          <ac:chgData name="Guest User" userId="4a1ea7f34b523fce" providerId="Windows Live" clId="Web-{19A77348-6401-4A51-ADE7-DC97145190BA}" dt="2022-10-18T13:46:55.861" v="27" actId="20577"/>
          <ac:graphicFrameMkLst>
            <pc:docMk/>
            <pc:sldMk cId="2399761401" sldId="262"/>
            <ac:graphicFrameMk id="7" creationId="{4233F34C-80B6-50BB-5427-EDE94919C844}"/>
          </ac:graphicFrameMkLst>
        </pc:graphicFrameChg>
      </pc:sldChg>
      <pc:sldChg chg="del">
        <pc:chgData name="Guest User" userId="4a1ea7f34b523fce" providerId="Windows Live" clId="Web-{19A77348-6401-4A51-ADE7-DC97145190BA}" dt="2022-10-18T13:33:26.862" v="0"/>
        <pc:sldMkLst>
          <pc:docMk/>
          <pc:sldMk cId="2734058827" sldId="264"/>
        </pc:sldMkLst>
      </pc:sldChg>
      <pc:sldChg chg="del">
        <pc:chgData name="Guest User" userId="4a1ea7f34b523fce" providerId="Windows Live" clId="Web-{19A77348-6401-4A51-ADE7-DC97145190BA}" dt="2022-10-18T13:33:35.003" v="1"/>
        <pc:sldMkLst>
          <pc:docMk/>
          <pc:sldMk cId="1304554846" sldId="282"/>
        </pc:sldMkLst>
      </pc:sldChg>
      <pc:sldChg chg="addSp delSp modSp mod modClrScheme delDesignElem chgLayout">
        <pc:chgData name="Guest User" userId="4a1ea7f34b523fce" providerId="Windows Live" clId="Web-{19A77348-6401-4A51-ADE7-DC97145190BA}" dt="2022-10-18T13:40:40.816" v="11" actId="20577"/>
        <pc:sldMkLst>
          <pc:docMk/>
          <pc:sldMk cId="788795773" sldId="283"/>
        </pc:sldMkLst>
        <pc:spChg chg="mod ord">
          <ac:chgData name="Guest User" userId="4a1ea7f34b523fce" providerId="Windows Live" clId="Web-{19A77348-6401-4A51-ADE7-DC97145190BA}" dt="2022-10-18T13:34:32.708" v="3"/>
          <ac:spMkLst>
            <pc:docMk/>
            <pc:sldMk cId="788795773" sldId="283"/>
            <ac:spMk id="2" creationId="{69B04816-D0EA-5185-38F8-467A8CB9784D}"/>
          </ac:spMkLst>
        </pc:spChg>
        <pc:spChg chg="add mod ord">
          <ac:chgData name="Guest User" userId="4a1ea7f34b523fce" providerId="Windows Live" clId="Web-{19A77348-6401-4A51-ADE7-DC97145190BA}" dt="2022-10-18T13:40:40.816" v="11" actId="20577"/>
          <ac:spMkLst>
            <pc:docMk/>
            <pc:sldMk cId="788795773" sldId="283"/>
            <ac:spMk id="3" creationId="{D148A78C-FA5D-2E28-3E57-F8F2454A21A7}"/>
          </ac:spMkLst>
        </pc:spChg>
        <pc:spChg chg="add">
          <ac:chgData name="Guest User" userId="4a1ea7f34b523fce" providerId="Windows Live" clId="Web-{19A77348-6401-4A51-ADE7-DC97145190BA}" dt="2022-10-18T13:34:32.708" v="3"/>
          <ac:spMkLst>
            <pc:docMk/>
            <pc:sldMk cId="788795773" sldId="283"/>
            <ac:spMk id="8" creationId="{DC878D9A-77BE-4701-AE3D-EEFC53CD50BC}"/>
          </ac:spMkLst>
        </pc:spChg>
        <pc:spChg chg="add">
          <ac:chgData name="Guest User" userId="4a1ea7f34b523fce" providerId="Windows Live" clId="Web-{19A77348-6401-4A51-ADE7-DC97145190BA}" dt="2022-10-18T13:34:32.708" v="3"/>
          <ac:spMkLst>
            <pc:docMk/>
            <pc:sldMk cId="788795773" sldId="283"/>
            <ac:spMk id="10" creationId="{F643BE08-0ED1-4B73-AC6D-B7E26A59CDAA}"/>
          </ac:spMkLst>
        </pc:spChg>
        <pc:spChg chg="add">
          <ac:chgData name="Guest User" userId="4a1ea7f34b523fce" providerId="Windows Live" clId="Web-{19A77348-6401-4A51-ADE7-DC97145190BA}" dt="2022-10-18T13:34:32.708" v="3"/>
          <ac:spMkLst>
            <pc:docMk/>
            <pc:sldMk cId="788795773" sldId="283"/>
            <ac:spMk id="12" creationId="{956B2094-7FC0-45FC-BFED-3CB88CEE63F5}"/>
          </ac:spMkLst>
        </pc:spChg>
        <pc:spChg chg="add">
          <ac:chgData name="Guest User" userId="4a1ea7f34b523fce" providerId="Windows Live" clId="Web-{19A77348-6401-4A51-ADE7-DC97145190BA}" dt="2022-10-18T13:34:32.708" v="3"/>
          <ac:spMkLst>
            <pc:docMk/>
            <pc:sldMk cId="788795773" sldId="283"/>
            <ac:spMk id="14" creationId="{07A4B640-BB7F-4272-A710-068DBA9F9A6E}"/>
          </ac:spMkLst>
        </pc:spChg>
        <pc:spChg chg="del">
          <ac:chgData name="Guest User" userId="4a1ea7f34b523fce" providerId="Windows Live" clId="Web-{19A77348-6401-4A51-ADE7-DC97145190BA}" dt="2022-10-18T13:34:24.192" v="2"/>
          <ac:spMkLst>
            <pc:docMk/>
            <pc:sldMk cId="788795773" sldId="283"/>
            <ac:spMk id="15" creationId="{53EDA46E-AECC-43B8-B54F-FA6E4C0C6566}"/>
          </ac:spMkLst>
        </pc:spChg>
        <pc:spChg chg="del">
          <ac:chgData name="Guest User" userId="4a1ea7f34b523fce" providerId="Windows Live" clId="Web-{19A77348-6401-4A51-ADE7-DC97145190BA}" dt="2022-10-18T13:34:24.192" v="2"/>
          <ac:spMkLst>
            <pc:docMk/>
            <pc:sldMk cId="788795773" sldId="283"/>
            <ac:spMk id="17" creationId="{9A789037-2F02-4B13-8573-CB800A9689B8}"/>
          </ac:spMkLst>
        </pc:spChg>
        <pc:spChg chg="del">
          <ac:chgData name="Guest User" userId="4a1ea7f34b523fce" providerId="Windows Live" clId="Web-{19A77348-6401-4A51-ADE7-DC97145190BA}" dt="2022-10-18T13:34:24.192" v="2"/>
          <ac:spMkLst>
            <pc:docMk/>
            <pc:sldMk cId="788795773" sldId="283"/>
            <ac:spMk id="19" creationId="{567B4C5E-A726-4AC9-9254-E81F0698BD5F}"/>
          </ac:spMkLst>
        </pc:spChg>
        <pc:grpChg chg="del">
          <ac:chgData name="Guest User" userId="4a1ea7f34b523fce" providerId="Windows Live" clId="Web-{19A77348-6401-4A51-ADE7-DC97145190BA}" dt="2022-10-18T13:34:24.192" v="2"/>
          <ac:grpSpMkLst>
            <pc:docMk/>
            <pc:sldMk cId="788795773" sldId="283"/>
            <ac:grpSpMk id="7" creationId="{7575D7A7-3C36-4508-9BC6-70A93BD3C438}"/>
          </ac:grpSpMkLst>
        </pc:grpChg>
        <pc:cxnChg chg="del">
          <ac:chgData name="Guest User" userId="4a1ea7f34b523fce" providerId="Windows Live" clId="Web-{19A77348-6401-4A51-ADE7-DC97145190BA}" dt="2022-10-18T13:34:24.192" v="2"/>
          <ac:cxnSpMkLst>
            <pc:docMk/>
            <pc:sldMk cId="788795773" sldId="283"/>
            <ac:cxnSpMk id="13" creationId="{AE446D0E-6531-40B7-A182-FB8602439777}"/>
          </ac:cxnSpMkLst>
        </pc:cxnChg>
        <pc:cxnChg chg="del">
          <ac:chgData name="Guest User" userId="4a1ea7f34b523fce" providerId="Windows Live" clId="Web-{19A77348-6401-4A51-ADE7-DC97145190BA}" dt="2022-10-18T13:34:24.192" v="2"/>
          <ac:cxnSpMkLst>
            <pc:docMk/>
            <pc:sldMk cId="788795773" sldId="283"/>
            <ac:cxnSpMk id="21" creationId="{47F9D90F-7118-49FD-9E75-223103DD93BD}"/>
          </ac:cxnSpMkLst>
        </pc:cxnChg>
      </pc:sldChg>
    </pc:docChg>
  </pc:docChgLst>
  <pc:docChgLst>
    <pc:chgData name="Guest User" userId="4a1ea7f34b523fce" providerId="Windows Live" clId="Web-{D5A0A7C7-632E-40A0-93B7-400423C6E2C9}"/>
    <pc:docChg chg="modSld">
      <pc:chgData name="Guest User" userId="4a1ea7f34b523fce" providerId="Windows Live" clId="Web-{D5A0A7C7-632E-40A0-93B7-400423C6E2C9}" dt="2022-10-18T14:09:24.528" v="10"/>
      <pc:docMkLst>
        <pc:docMk/>
      </pc:docMkLst>
      <pc:sldChg chg="addSp delSp modSp mod setBg setClrOvrMap delDesignElem modShow chgLayout">
        <pc:chgData name="Guest User" userId="4a1ea7f34b523fce" providerId="Windows Live" clId="Web-{D5A0A7C7-632E-40A0-93B7-400423C6E2C9}" dt="2022-10-18T14:09:02.246" v="8" actId="1076"/>
        <pc:sldMkLst>
          <pc:docMk/>
          <pc:sldMk cId="2399761401" sldId="262"/>
        </pc:sldMkLst>
        <pc:spChg chg="mod ord">
          <ac:chgData name="Guest User" userId="4a1ea7f34b523fce" providerId="Windows Live" clId="Web-{D5A0A7C7-632E-40A0-93B7-400423C6E2C9}" dt="2022-10-18T14:08:46.871" v="6"/>
          <ac:spMkLst>
            <pc:docMk/>
            <pc:sldMk cId="2399761401" sldId="262"/>
            <ac:spMk id="2" creationId="{85EBC123-BE53-3432-A083-67235972C78A}"/>
          </ac:spMkLst>
        </pc:spChg>
        <pc:spChg chg="del">
          <ac:chgData name="Guest User" userId="4a1ea7f34b523fce" providerId="Windows Live" clId="Web-{D5A0A7C7-632E-40A0-93B7-400423C6E2C9}" dt="2022-10-18T14:07:26.352" v="0"/>
          <ac:spMkLst>
            <pc:docMk/>
            <pc:sldMk cId="2399761401" sldId="262"/>
            <ac:spMk id="9" creationId="{52BE4420-3B5F-4549-8B4A-77855B8215EC}"/>
          </ac:spMkLst>
        </pc:spChg>
        <pc:spChg chg="del">
          <ac:chgData name="Guest User" userId="4a1ea7f34b523fce" providerId="Windows Live" clId="Web-{D5A0A7C7-632E-40A0-93B7-400423C6E2C9}" dt="2022-10-18T14:07:26.352" v="0"/>
          <ac:spMkLst>
            <pc:docMk/>
            <pc:sldMk cId="2399761401" sldId="262"/>
            <ac:spMk id="11" creationId="{A75876F6-95D4-48CB-8E3E-4401A96E25A4}"/>
          </ac:spMkLst>
        </pc:spChg>
        <pc:spChg chg="del">
          <ac:chgData name="Guest User" userId="4a1ea7f34b523fce" providerId="Windows Live" clId="Web-{D5A0A7C7-632E-40A0-93B7-400423C6E2C9}" dt="2022-10-18T14:07:26.352" v="0"/>
          <ac:spMkLst>
            <pc:docMk/>
            <pc:sldMk cId="2399761401" sldId="262"/>
            <ac:spMk id="13" creationId="{D1B84719-90BB-4D0C-92D8-61DC5512B34B}"/>
          </ac:spMkLst>
        </pc:spChg>
        <pc:spChg chg="del">
          <ac:chgData name="Guest User" userId="4a1ea7f34b523fce" providerId="Windows Live" clId="Web-{D5A0A7C7-632E-40A0-93B7-400423C6E2C9}" dt="2022-10-18T14:07:26.352" v="0"/>
          <ac:spMkLst>
            <pc:docMk/>
            <pc:sldMk cId="2399761401" sldId="262"/>
            <ac:spMk id="15" creationId="{7B407EC4-5D16-4845-9840-4E28622B6568}"/>
          </ac:spMkLst>
        </pc:spChg>
        <pc:spChg chg="add">
          <ac:chgData name="Guest User" userId="4a1ea7f34b523fce" providerId="Windows Live" clId="Web-{D5A0A7C7-632E-40A0-93B7-400423C6E2C9}" dt="2022-10-18T14:08:46.871" v="6"/>
          <ac:spMkLst>
            <pc:docMk/>
            <pc:sldMk cId="2399761401" sldId="262"/>
            <ac:spMk id="19" creationId="{9401732C-37EE-4B98-A709-9530173F3802}"/>
          </ac:spMkLst>
        </pc:spChg>
        <pc:spChg chg="add del">
          <ac:chgData name="Guest User" userId="4a1ea7f34b523fce" providerId="Windows Live" clId="Web-{D5A0A7C7-632E-40A0-93B7-400423C6E2C9}" dt="2022-10-18T14:07:51.494" v="2"/>
          <ac:spMkLst>
            <pc:docMk/>
            <pc:sldMk cId="2399761401" sldId="262"/>
            <ac:spMk id="20" creationId="{0B78BE18-6882-4FAA-BC8C-CA216E963816}"/>
          </ac:spMkLst>
        </pc:spChg>
        <pc:spChg chg="add del">
          <ac:chgData name="Guest User" userId="4a1ea7f34b523fce" providerId="Windows Live" clId="Web-{D5A0A7C7-632E-40A0-93B7-400423C6E2C9}" dt="2022-10-18T14:07:51.494" v="2"/>
          <ac:spMkLst>
            <pc:docMk/>
            <pc:sldMk cId="2399761401" sldId="262"/>
            <ac:spMk id="22" creationId="{1A34F12D-8C0F-46CA-9F4A-D56193C37E3A}"/>
          </ac:spMkLst>
        </pc:spChg>
        <pc:spChg chg="add del">
          <ac:chgData name="Guest User" userId="4a1ea7f34b523fce" providerId="Windows Live" clId="Web-{D5A0A7C7-632E-40A0-93B7-400423C6E2C9}" dt="2022-10-18T14:07:51.494" v="2"/>
          <ac:spMkLst>
            <pc:docMk/>
            <pc:sldMk cId="2399761401" sldId="262"/>
            <ac:spMk id="24" creationId="{F3838012-22B6-4303-8F29-04E1419B3A57}"/>
          </ac:spMkLst>
        </pc:spChg>
        <pc:spChg chg="add del">
          <ac:chgData name="Guest User" userId="4a1ea7f34b523fce" providerId="Windows Live" clId="Web-{D5A0A7C7-632E-40A0-93B7-400423C6E2C9}" dt="2022-10-18T14:08:27.730" v="5"/>
          <ac:spMkLst>
            <pc:docMk/>
            <pc:sldMk cId="2399761401" sldId="262"/>
            <ac:spMk id="37" creationId="{52BE4420-3B5F-4549-8B4A-77855B8215EC}"/>
          </ac:spMkLst>
        </pc:spChg>
        <pc:spChg chg="add del">
          <ac:chgData name="Guest User" userId="4a1ea7f34b523fce" providerId="Windows Live" clId="Web-{D5A0A7C7-632E-40A0-93B7-400423C6E2C9}" dt="2022-10-18T14:08:27.730" v="5"/>
          <ac:spMkLst>
            <pc:docMk/>
            <pc:sldMk cId="2399761401" sldId="262"/>
            <ac:spMk id="39" creationId="{A75876F6-95D4-48CB-8E3E-4401A96E25A4}"/>
          </ac:spMkLst>
        </pc:spChg>
        <pc:spChg chg="add del">
          <ac:chgData name="Guest User" userId="4a1ea7f34b523fce" providerId="Windows Live" clId="Web-{D5A0A7C7-632E-40A0-93B7-400423C6E2C9}" dt="2022-10-18T14:08:27.730" v="5"/>
          <ac:spMkLst>
            <pc:docMk/>
            <pc:sldMk cId="2399761401" sldId="262"/>
            <ac:spMk id="41" creationId="{D1B84719-90BB-4D0C-92D8-61DC5512B34B}"/>
          </ac:spMkLst>
        </pc:spChg>
        <pc:spChg chg="add del">
          <ac:chgData name="Guest User" userId="4a1ea7f34b523fce" providerId="Windows Live" clId="Web-{D5A0A7C7-632E-40A0-93B7-400423C6E2C9}" dt="2022-10-18T14:08:27.730" v="5"/>
          <ac:spMkLst>
            <pc:docMk/>
            <pc:sldMk cId="2399761401" sldId="262"/>
            <ac:spMk id="43" creationId="{7B407EC4-5D16-4845-9840-4E28622B6568}"/>
          </ac:spMkLst>
        </pc:spChg>
        <pc:grpChg chg="add">
          <ac:chgData name="Guest User" userId="4a1ea7f34b523fce" providerId="Windows Live" clId="Web-{D5A0A7C7-632E-40A0-93B7-400423C6E2C9}" dt="2022-10-18T14:08:46.871" v="6"/>
          <ac:grpSpMkLst>
            <pc:docMk/>
            <pc:sldMk cId="2399761401" sldId="262"/>
            <ac:grpSpMk id="12" creationId="{749C117F-F390-437B-ADB0-57E87EFF34F5}"/>
          </ac:grpSpMkLst>
        </pc:grpChg>
        <pc:grpChg chg="add">
          <ac:chgData name="Guest User" userId="4a1ea7f34b523fce" providerId="Windows Live" clId="Web-{D5A0A7C7-632E-40A0-93B7-400423C6E2C9}" dt="2022-10-18T14:08:46.871" v="6"/>
          <ac:grpSpMkLst>
            <pc:docMk/>
            <pc:sldMk cId="2399761401" sldId="262"/>
            <ac:grpSpMk id="21" creationId="{654E48C8-2A00-4C54-BC9C-B18EE49E9C13}"/>
          </ac:grpSpMkLst>
        </pc:grpChg>
        <pc:grpChg chg="add del">
          <ac:chgData name="Guest User" userId="4a1ea7f34b523fce" providerId="Windows Live" clId="Web-{D5A0A7C7-632E-40A0-93B7-400423C6E2C9}" dt="2022-10-18T14:07:51.494" v="2"/>
          <ac:grpSpMkLst>
            <pc:docMk/>
            <pc:sldMk cId="2399761401" sldId="262"/>
            <ac:grpSpMk id="28" creationId="{F03F5A17-2CE9-4ADD-9FAF-C1A0BB39CD0A}"/>
          </ac:grpSpMkLst>
        </pc:grpChg>
        <pc:graphicFrameChg chg="mod ord modGraphic">
          <ac:chgData name="Guest User" userId="4a1ea7f34b523fce" providerId="Windows Live" clId="Web-{D5A0A7C7-632E-40A0-93B7-400423C6E2C9}" dt="2022-10-18T14:09:02.246" v="8" actId="1076"/>
          <ac:graphicFrameMkLst>
            <pc:docMk/>
            <pc:sldMk cId="2399761401" sldId="262"/>
            <ac:graphicFrameMk id="7" creationId="{4233F34C-80B6-50BB-5427-EDE94919C844}"/>
          </ac:graphicFrameMkLst>
        </pc:graphicFrameChg>
        <pc:cxnChg chg="add">
          <ac:chgData name="Guest User" userId="4a1ea7f34b523fce" providerId="Windows Live" clId="Web-{D5A0A7C7-632E-40A0-93B7-400423C6E2C9}" dt="2022-10-18T14:08:46.871" v="6"/>
          <ac:cxnSpMkLst>
            <pc:docMk/>
            <pc:sldMk cId="2399761401" sldId="262"/>
            <ac:cxnSpMk id="18" creationId="{20742BC3-654B-4E41-9A6A-73A42E477639}"/>
          </ac:cxnSpMkLst>
        </pc:cxnChg>
        <pc:cxnChg chg="add del">
          <ac:chgData name="Guest User" userId="4a1ea7f34b523fce" providerId="Windows Live" clId="Web-{D5A0A7C7-632E-40A0-93B7-400423C6E2C9}" dt="2022-10-18T14:07:51.494" v="2"/>
          <ac:cxnSpMkLst>
            <pc:docMk/>
            <pc:sldMk cId="2399761401" sldId="262"/>
            <ac:cxnSpMk id="26" creationId="{AB061FF5-9F81-427C-8DA5-3989395517FB}"/>
          </ac:cxnSpMkLst>
        </pc:cxnChg>
      </pc:sldChg>
      <pc:sldChg chg="addSp modSp mod setBg">
        <pc:chgData name="Guest User" userId="4a1ea7f34b523fce" providerId="Windows Live" clId="Web-{D5A0A7C7-632E-40A0-93B7-400423C6E2C9}" dt="2022-10-18T14:08:15.495" v="4"/>
        <pc:sldMkLst>
          <pc:docMk/>
          <pc:sldMk cId="2414775764" sldId="263"/>
        </pc:sldMkLst>
        <pc:spChg chg="mo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2" creationId="{C92B8307-31BC-9068-D7D9-D0B852606A86}"/>
          </ac:spMkLst>
        </pc:spChg>
        <pc:spChg chg="mo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3" creationId="{D033E5B5-B4AB-364D-20D9-EF36260433E3}"/>
          </ac:spMkLst>
        </pc:spChg>
        <pc:spChg chg="ad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8" creationId="{DC878D9A-77BE-4701-AE3D-EEFC53CD50BC}"/>
          </ac:spMkLst>
        </pc:spChg>
        <pc:spChg chg="ad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10" creationId="{F643BE08-0ED1-4B73-AC6D-B7E26A59CDAA}"/>
          </ac:spMkLst>
        </pc:spChg>
        <pc:spChg chg="ad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12" creationId="{956B2094-7FC0-45FC-BFED-3CB88CEE63F5}"/>
          </ac:spMkLst>
        </pc:spChg>
        <pc:spChg chg="add">
          <ac:chgData name="Guest User" userId="4a1ea7f34b523fce" providerId="Windows Live" clId="Web-{D5A0A7C7-632E-40A0-93B7-400423C6E2C9}" dt="2022-10-18T14:08:15.495" v="4"/>
          <ac:spMkLst>
            <pc:docMk/>
            <pc:sldMk cId="2414775764" sldId="263"/>
            <ac:spMk id="14" creationId="{07A4B640-BB7F-4272-A710-068DBA9F9A6E}"/>
          </ac:spMkLst>
        </pc:spChg>
      </pc:sldChg>
      <pc:sldChg chg="addSp modSp mod setBg modShow">
        <pc:chgData name="Guest User" userId="4a1ea7f34b523fce" providerId="Windows Live" clId="Web-{D5A0A7C7-632E-40A0-93B7-400423C6E2C9}" dt="2022-10-18T14:09:24.528" v="10"/>
        <pc:sldMkLst>
          <pc:docMk/>
          <pc:sldMk cId="2666311247" sldId="265"/>
        </pc:sldMkLst>
        <pc:spChg chg="mod">
          <ac:chgData name="Guest User" userId="4a1ea7f34b523fce" providerId="Windows Live" clId="Web-{D5A0A7C7-632E-40A0-93B7-400423C6E2C9}" dt="2022-10-18T14:09:24.528" v="10"/>
          <ac:spMkLst>
            <pc:docMk/>
            <pc:sldMk cId="2666311247" sldId="265"/>
            <ac:spMk id="2" creationId="{2A9CE0CB-F894-03F9-5585-D9DEBE83A3D5}"/>
          </ac:spMkLst>
        </pc:spChg>
        <pc:spChg chg="add">
          <ac:chgData name="Guest User" userId="4a1ea7f34b523fce" providerId="Windows Live" clId="Web-{D5A0A7C7-632E-40A0-93B7-400423C6E2C9}" dt="2022-10-18T14:09:24.528" v="10"/>
          <ac:spMkLst>
            <pc:docMk/>
            <pc:sldMk cId="2666311247" sldId="265"/>
            <ac:spMk id="75" creationId="{52BE4420-3B5F-4549-8B4A-77855B8215EC}"/>
          </ac:spMkLst>
        </pc:spChg>
        <pc:spChg chg="add">
          <ac:chgData name="Guest User" userId="4a1ea7f34b523fce" providerId="Windows Live" clId="Web-{D5A0A7C7-632E-40A0-93B7-400423C6E2C9}" dt="2022-10-18T14:09:24.528" v="10"/>
          <ac:spMkLst>
            <pc:docMk/>
            <pc:sldMk cId="2666311247" sldId="265"/>
            <ac:spMk id="77" creationId="{A75876F6-95D4-48CB-8E3E-4401A96E25A4}"/>
          </ac:spMkLst>
        </pc:spChg>
        <pc:spChg chg="add">
          <ac:chgData name="Guest User" userId="4a1ea7f34b523fce" providerId="Windows Live" clId="Web-{D5A0A7C7-632E-40A0-93B7-400423C6E2C9}" dt="2022-10-18T14:09:24.528" v="10"/>
          <ac:spMkLst>
            <pc:docMk/>
            <pc:sldMk cId="2666311247" sldId="265"/>
            <ac:spMk id="79" creationId="{D1B84719-90BB-4D0C-92D8-61DC5512B34B}"/>
          </ac:spMkLst>
        </pc:spChg>
        <pc:spChg chg="add">
          <ac:chgData name="Guest User" userId="4a1ea7f34b523fce" providerId="Windows Live" clId="Web-{D5A0A7C7-632E-40A0-93B7-400423C6E2C9}" dt="2022-10-18T14:09:24.528" v="10"/>
          <ac:spMkLst>
            <pc:docMk/>
            <pc:sldMk cId="2666311247" sldId="265"/>
            <ac:spMk id="81" creationId="{7B407EC4-5D16-4845-9840-4E28622B6568}"/>
          </ac:spMkLst>
        </pc:spChg>
        <pc:graphicFrameChg chg="mod modGraphic">
          <ac:chgData name="Guest User" userId="4a1ea7f34b523fce" providerId="Windows Live" clId="Web-{D5A0A7C7-632E-40A0-93B7-400423C6E2C9}" dt="2022-10-18T14:09:24.528" v="10"/>
          <ac:graphicFrameMkLst>
            <pc:docMk/>
            <pc:sldMk cId="2666311247" sldId="265"/>
            <ac:graphicFrameMk id="70" creationId="{AF5DCA33-A8B2-C28B-3969-B78B263ED12E}"/>
          </ac:graphicFrameMkLst>
        </pc:graphicFrameChg>
      </pc:sldChg>
    </pc:docChg>
  </pc:docChgLst>
  <pc:docChgLst>
    <pc:chgData name="Guest User" userId="4a1ea7f34b523fce" providerId="Windows Live" clId="Web-{FDDE89F8-057F-4CE6-B663-096436D754C0}"/>
    <pc:docChg chg="addSld delSld modSld addMainMaster delMainMaster">
      <pc:chgData name="Guest User" userId="4a1ea7f34b523fce" providerId="Windows Live" clId="Web-{FDDE89F8-057F-4CE6-B663-096436D754C0}" dt="2022-10-18T13:16:06.354" v="135"/>
      <pc:docMkLst>
        <pc:docMk/>
      </pc:docMkLst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109857222" sldId="256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109857222" sldId="256"/>
            <ac:spMk id="5" creationId="{AC2A6C4E-B388-3945-E4C8-C7FA8581F5D1}"/>
          </ac:spMkLst>
        </pc:spChg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109857222" sldId="256"/>
            <ac:spMk id="6" creationId="{9F35875E-5FE0-E307-A42B-E10267333E77}"/>
          </ac:spMkLst>
        </pc:sp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1718964686" sldId="257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1718964686" sldId="257"/>
            <ac:spMk id="2" creationId="{4149E27D-4533-07D1-05BC-F411DF70F50A}"/>
          </ac:spMkLst>
        </pc:spChg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1718964686" sldId="257"/>
            <ac:spMk id="3" creationId="{07831D3C-FAF4-B651-631B-83D21F23D9A8}"/>
          </ac:spMkLst>
        </pc:sp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3056580730" sldId="258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3056580730" sldId="258"/>
            <ac:spMk id="2" creationId="{FB499CF7-AFCD-2354-9AF2-B667BF8276F2}"/>
          </ac:spMkLst>
        </pc:spChg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3056580730" sldId="258"/>
            <ac:spMk id="3" creationId="{25E3C750-31EF-3068-F79B-475C9C2EBFBB}"/>
          </ac:spMkLst>
        </pc:spChg>
      </pc:sldChg>
      <pc:sldChg chg="del">
        <pc:chgData name="Guest User" userId="4a1ea7f34b523fce" providerId="Windows Live" clId="Web-{FDDE89F8-057F-4CE6-B663-096436D754C0}" dt="2022-10-18T12:27:59.127" v="0"/>
        <pc:sldMkLst>
          <pc:docMk/>
          <pc:sldMk cId="3083901908" sldId="259"/>
        </pc:sldMkLst>
      </pc:sldChg>
      <pc:sldChg chg="addSp delSp modSp mod modClrScheme delDesignElem chgLayout">
        <pc:chgData name="Guest User" userId="4a1ea7f34b523fce" providerId="Windows Live" clId="Web-{FDDE89F8-057F-4CE6-B663-096436D754C0}" dt="2022-10-18T13:02:18.836" v="71"/>
        <pc:sldMkLst>
          <pc:docMk/>
          <pc:sldMk cId="2960041164" sldId="260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960041164" sldId="260"/>
            <ac:spMk id="2" creationId="{4C104DE2-2273-EB83-77A0-1E7498ED17C8}"/>
          </ac:spMkLst>
        </pc:spChg>
        <pc:spChg chg="mod ord">
          <ac:chgData name="Guest User" userId="4a1ea7f34b523fce" providerId="Windows Live" clId="Web-{FDDE89F8-057F-4CE6-B663-096436D754C0}" dt="2022-10-18T13:02:18.836" v="71"/>
          <ac:spMkLst>
            <pc:docMk/>
            <pc:sldMk cId="2960041164" sldId="260"/>
            <ac:spMk id="6" creationId="{8DDF3CE6-09D3-3603-9765-D4314D466913}"/>
          </ac:spMkLst>
        </pc:spChg>
        <pc:spChg chg="add">
          <ac:chgData name="Guest User" userId="4a1ea7f34b523fce" providerId="Windows Live" clId="Web-{FDDE89F8-057F-4CE6-B663-096436D754C0}" dt="2022-10-18T13:02:18.836" v="71"/>
          <ac:spMkLst>
            <pc:docMk/>
            <pc:sldMk cId="2960041164" sldId="260"/>
            <ac:spMk id="11" creationId="{DC878D9A-77BE-4701-AE3D-EEFC53CD50BC}"/>
          </ac:spMkLst>
        </pc:spChg>
        <pc:spChg chg="add">
          <ac:chgData name="Guest User" userId="4a1ea7f34b523fce" providerId="Windows Live" clId="Web-{FDDE89F8-057F-4CE6-B663-096436D754C0}" dt="2022-10-18T13:02:18.836" v="71"/>
          <ac:spMkLst>
            <pc:docMk/>
            <pc:sldMk cId="2960041164" sldId="260"/>
            <ac:spMk id="13" creationId="{F643BE08-0ED1-4B73-AC6D-B7E26A59CDAA}"/>
          </ac:spMkLst>
        </pc:spChg>
        <pc:spChg chg="add">
          <ac:chgData name="Guest User" userId="4a1ea7f34b523fce" providerId="Windows Live" clId="Web-{FDDE89F8-057F-4CE6-B663-096436D754C0}" dt="2022-10-18T13:02:18.836" v="71"/>
          <ac:spMkLst>
            <pc:docMk/>
            <pc:sldMk cId="2960041164" sldId="260"/>
            <ac:spMk id="15" creationId="{956B2094-7FC0-45FC-BFED-3CB88CEE63F5}"/>
          </ac:spMkLst>
        </pc:spChg>
        <pc:spChg chg="add">
          <ac:chgData name="Guest User" userId="4a1ea7f34b523fce" providerId="Windows Live" clId="Web-{FDDE89F8-057F-4CE6-B663-096436D754C0}" dt="2022-10-18T13:02:18.836" v="71"/>
          <ac:spMkLst>
            <pc:docMk/>
            <pc:sldMk cId="2960041164" sldId="260"/>
            <ac:spMk id="17" creationId="{07A4B640-BB7F-4272-A710-068DBA9F9A6E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960041164" sldId="260"/>
            <ac:spMk id="52" creationId="{DC878D9A-77BE-4701-AE3D-EEFC53CD50BC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960041164" sldId="260"/>
            <ac:spMk id="54" creationId="{F643BE08-0ED1-4B73-AC6D-B7E26A59CDAA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960041164" sldId="260"/>
            <ac:spMk id="56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960041164" sldId="260"/>
            <ac:spMk id="58" creationId="{07A4B640-BB7F-4272-A710-068DBA9F9A6E}"/>
          </ac:spMkLst>
        </pc:sp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1069970356" sldId="261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1069970356" sldId="261"/>
            <ac:spMk id="2" creationId="{7FF23B65-5B0E-5B21-EF5F-ABE0292EC202}"/>
          </ac:spMkLst>
        </pc:spChg>
        <pc:graphicFrameChg chg="mod ord">
          <ac:chgData name="Guest User" userId="4a1ea7f34b523fce" providerId="Windows Live" clId="Web-{FDDE89F8-057F-4CE6-B663-096436D754C0}" dt="2022-10-18T12:47:45.129" v="31"/>
          <ac:graphicFrameMkLst>
            <pc:docMk/>
            <pc:sldMk cId="1069970356" sldId="261"/>
            <ac:graphicFrameMk id="4" creationId="{6BF3654F-DB2E-13A8-DFF4-DAE40A98BA34}"/>
          </ac:graphicFrameMkLst>
        </pc:graphicFrame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2399761401" sldId="262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399761401" sldId="262"/>
            <ac:spMk id="2" creationId="{85EBC123-BE53-3432-A083-67235972C78A}"/>
          </ac:spMkLst>
        </pc:spChg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399761401" sldId="262"/>
            <ac:spMk id="3" creationId="{C863736C-7A05-6B45-BDEE-AFDD30DA0575}"/>
          </ac:spMkLst>
        </pc:sp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2414775764" sldId="263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414775764" sldId="263"/>
            <ac:spMk id="2" creationId="{C92B8307-31BC-9068-D7D9-D0B852606A86}"/>
          </ac:spMkLst>
        </pc:spChg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414775764" sldId="263"/>
            <ac:spMk id="3" creationId="{D033E5B5-B4AB-364D-20D9-EF36260433E3}"/>
          </ac:spMkLst>
        </pc:spChg>
      </pc:sldChg>
      <pc:sldChg chg="addSp delSp modSp mod setBg modClrScheme delDesignElem chgLayout">
        <pc:chgData name="Guest User" userId="4a1ea7f34b523fce" providerId="Windows Live" clId="Web-{FDDE89F8-057F-4CE6-B663-096436D754C0}" dt="2022-10-18T13:05:26.063" v="91" actId="14100"/>
        <pc:sldMkLst>
          <pc:docMk/>
          <pc:sldMk cId="2734058827" sldId="264"/>
        </pc:sldMkLst>
        <pc:spChg chg="mod">
          <ac:chgData name="Guest User" userId="4a1ea7f34b523fce" providerId="Windows Live" clId="Web-{FDDE89F8-057F-4CE6-B663-096436D754C0}" dt="2022-10-18T13:05:05.702" v="87"/>
          <ac:spMkLst>
            <pc:docMk/>
            <pc:sldMk cId="2734058827" sldId="264"/>
            <ac:spMk id="4" creationId="{4B029C4E-791C-FAC9-4827-E964A5D32BBC}"/>
          </ac:spMkLst>
        </pc:spChg>
        <pc:spChg chg="add del">
          <ac:chgData name="Guest User" userId="4a1ea7f34b523fce" providerId="Windows Live" clId="Web-{FDDE89F8-057F-4CE6-B663-096436D754C0}" dt="2022-10-18T13:05:05.702" v="87"/>
          <ac:spMkLst>
            <pc:docMk/>
            <pc:sldMk cId="2734058827" sldId="264"/>
            <ac:spMk id="8" creationId="{DDD34390-BB72-482C-8D73-495C13499621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34058827" sldId="264"/>
            <ac:spMk id="19" creationId="{1CD07172-CD61-45EB-BEE3-F644503E5C8A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34058827" sldId="264"/>
            <ac:spMk id="21" creationId="{1EADA5DB-ED12-413A-AAB5-6A8D1152E6C4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34058827" sldId="264"/>
            <ac:spMk id="23" creationId="{8BA45E5C-ACB9-49E8-B4DB-5255C2376673}"/>
          </ac:spMkLst>
        </pc:spChg>
        <pc:spChg chg="add del">
          <ac:chgData name="Guest User" userId="4a1ea7f34b523fce" providerId="Windows Live" clId="Web-{FDDE89F8-057F-4CE6-B663-096436D754C0}" dt="2022-10-18T13:05:05.702" v="87"/>
          <ac:spMkLst>
            <pc:docMk/>
            <pc:sldMk cId="2734058827" sldId="264"/>
            <ac:spMk id="24" creationId="{52062B71-C76E-495D-8314-1A1532AC192B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34058827" sldId="264"/>
            <ac:spMk id="25" creationId="{857E618C-1D7B-4A51-90C1-6106CD8A1AE7}"/>
          </ac:spMkLst>
        </pc:spChg>
        <pc:spChg chg="add">
          <ac:chgData name="Guest User" userId="4a1ea7f34b523fce" providerId="Windows Live" clId="Web-{FDDE89F8-057F-4CE6-B663-096436D754C0}" dt="2022-10-18T13:05:05.702" v="87"/>
          <ac:spMkLst>
            <pc:docMk/>
            <pc:sldMk cId="2734058827" sldId="264"/>
            <ac:spMk id="40" creationId="{575E71FA-50BD-43F8-8C98-04339283A93D}"/>
          </ac:spMkLst>
        </pc:spChg>
        <pc:spChg chg="add">
          <ac:chgData name="Guest User" userId="4a1ea7f34b523fce" providerId="Windows Live" clId="Web-{FDDE89F8-057F-4CE6-B663-096436D754C0}" dt="2022-10-18T13:05:05.702" v="87"/>
          <ac:spMkLst>
            <pc:docMk/>
            <pc:sldMk cId="2734058827" sldId="264"/>
            <ac:spMk id="48" creationId="{E89B1776-F953-4C0F-8E85-E9C66B1EF003}"/>
          </ac:spMkLst>
        </pc:spChg>
        <pc:grpChg chg="add del">
          <ac:chgData name="Guest User" userId="4a1ea7f34b523fce" providerId="Windows Live" clId="Web-{FDDE89F8-057F-4CE6-B663-096436D754C0}" dt="2022-10-18T13:05:05.702" v="87"/>
          <ac:grpSpMkLst>
            <pc:docMk/>
            <pc:sldMk cId="2734058827" sldId="264"/>
            <ac:grpSpMk id="9" creationId="{03E8C8A2-D2DA-42F8-84AA-AC5AB4251D29}"/>
          </ac:grpSpMkLst>
        </pc:grpChg>
        <pc:grpChg chg="del">
          <ac:chgData name="Guest User" userId="4a1ea7f34b523fce" providerId="Windows Live" clId="Web-{FDDE89F8-057F-4CE6-B663-096436D754C0}" dt="2022-10-18T12:44:49.137" v="7"/>
          <ac:grpSpMkLst>
            <pc:docMk/>
            <pc:sldMk cId="2734058827" sldId="264"/>
            <ac:grpSpMk id="11" creationId="{749C117F-F390-437B-ADB0-57E87EFF34F5}"/>
          </ac:grpSpMkLst>
        </pc:grpChg>
        <pc:grpChg chg="add del">
          <ac:chgData name="Guest User" userId="4a1ea7f34b523fce" providerId="Windows Live" clId="Web-{FDDE89F8-057F-4CE6-B663-096436D754C0}" dt="2022-10-18T13:05:05.702" v="87"/>
          <ac:grpSpMkLst>
            <pc:docMk/>
            <pc:sldMk cId="2734058827" sldId="264"/>
            <ac:grpSpMk id="14" creationId="{20F7ACBD-1BAA-4CBC-A561-880B5E556F35}"/>
          </ac:grpSpMkLst>
        </pc:grpChg>
        <pc:grpChg chg="add">
          <ac:chgData name="Guest User" userId="4a1ea7f34b523fce" providerId="Windows Live" clId="Web-{FDDE89F8-057F-4CE6-B663-096436D754C0}" dt="2022-10-18T13:05:05.702" v="87"/>
          <ac:grpSpMkLst>
            <pc:docMk/>
            <pc:sldMk cId="2734058827" sldId="264"/>
            <ac:grpSpMk id="32" creationId="{749C117F-F390-437B-ADB0-57E87EFF34F5}"/>
          </ac:grpSpMkLst>
        </pc:grpChg>
        <pc:grpChg chg="add">
          <ac:chgData name="Guest User" userId="4a1ea7f34b523fce" providerId="Windows Live" clId="Web-{FDDE89F8-057F-4CE6-B663-096436D754C0}" dt="2022-10-18T13:05:05.702" v="87"/>
          <ac:grpSpMkLst>
            <pc:docMk/>
            <pc:sldMk cId="2734058827" sldId="264"/>
            <ac:grpSpMk id="42" creationId="{CF1AA7F6-A589-4BC8-BC72-2CA6DC908398}"/>
          </ac:grpSpMkLst>
        </pc:grpChg>
        <pc:picChg chg="add mod">
          <ac:chgData name="Guest User" userId="4a1ea7f34b523fce" providerId="Windows Live" clId="Web-{FDDE89F8-057F-4CE6-B663-096436D754C0}" dt="2022-10-18T13:05:26.063" v="91" actId="14100"/>
          <ac:picMkLst>
            <pc:docMk/>
            <pc:sldMk cId="2734058827" sldId="264"/>
            <ac:picMk id="2" creationId="{57085E99-6623-B8B7-6048-E4C67CFD0249}"/>
          </ac:picMkLst>
        </pc:picChg>
        <pc:picChg chg="del mod">
          <ac:chgData name="Guest User" userId="4a1ea7f34b523fce" providerId="Windows Live" clId="Web-{FDDE89F8-057F-4CE6-B663-096436D754C0}" dt="2022-10-18T13:02:38.915" v="72"/>
          <ac:picMkLst>
            <pc:docMk/>
            <pc:sldMk cId="2734058827" sldId="264"/>
            <ac:picMk id="6" creationId="{B6E6E016-FE84-B25D-B0F1-044EF62788FC}"/>
          </ac:picMkLst>
        </pc:picChg>
        <pc:cxnChg chg="add del">
          <ac:chgData name="Guest User" userId="4a1ea7f34b523fce" providerId="Windows Live" clId="Web-{FDDE89F8-057F-4CE6-B663-096436D754C0}" dt="2022-10-18T13:05:05.702" v="87"/>
          <ac:cxnSpMkLst>
            <pc:docMk/>
            <pc:sldMk cId="2734058827" sldId="264"/>
            <ac:cxnSpMk id="15" creationId="{0DFD28A6-39F3-425F-8050-E5BF1B4523B2}"/>
          </ac:cxnSpMkLst>
        </pc:cxnChg>
        <pc:cxnChg chg="del">
          <ac:chgData name="Guest User" userId="4a1ea7f34b523fce" providerId="Windows Live" clId="Web-{FDDE89F8-057F-4CE6-B663-096436D754C0}" dt="2022-10-18T12:44:49.137" v="7"/>
          <ac:cxnSpMkLst>
            <pc:docMk/>
            <pc:sldMk cId="2734058827" sldId="264"/>
            <ac:cxnSpMk id="17" creationId="{20742BC3-654B-4E41-9A6A-73A42E477639}"/>
          </ac:cxnSpMkLst>
        </pc:cxnChg>
        <pc:cxnChg chg="add del">
          <ac:chgData name="Guest User" userId="4a1ea7f34b523fce" providerId="Windows Live" clId="Web-{FDDE89F8-057F-4CE6-B663-096436D754C0}" dt="2022-10-18T13:05:05.702" v="87"/>
          <ac:cxnSpMkLst>
            <pc:docMk/>
            <pc:sldMk cId="2734058827" sldId="264"/>
            <ac:cxnSpMk id="27" creationId="{647A3FF6-0F12-488B-A6E0-44B0E7CA4CCC}"/>
          </ac:cxnSpMkLst>
        </pc:cxnChg>
        <pc:cxnChg chg="add">
          <ac:chgData name="Guest User" userId="4a1ea7f34b523fce" providerId="Windows Live" clId="Web-{FDDE89F8-057F-4CE6-B663-096436D754C0}" dt="2022-10-18T13:05:05.702" v="87"/>
          <ac:cxnSpMkLst>
            <pc:docMk/>
            <pc:sldMk cId="2734058827" sldId="264"/>
            <ac:cxnSpMk id="38" creationId="{20742BC3-654B-4E41-9A6A-73A42E477639}"/>
          </ac:cxnSpMkLst>
        </pc:cxnChg>
        <pc:cxnChg chg="add">
          <ac:chgData name="Guest User" userId="4a1ea7f34b523fce" providerId="Windows Live" clId="Web-{FDDE89F8-057F-4CE6-B663-096436D754C0}" dt="2022-10-18T13:05:05.702" v="87"/>
          <ac:cxnSpMkLst>
            <pc:docMk/>
            <pc:sldMk cId="2734058827" sldId="264"/>
            <ac:cxnSpMk id="50" creationId="{997356D0-D934-42B9-8291-DF34A3AC0CFE}"/>
          </ac:cxnSpMkLst>
        </pc:cxnChg>
      </pc:sldChg>
      <pc:sldChg chg="modSp mod modClrScheme chgLayout">
        <pc:chgData name="Guest User" userId="4a1ea7f34b523fce" providerId="Windows Live" clId="Web-{FDDE89F8-057F-4CE6-B663-096436D754C0}" dt="2022-10-18T12:47:45.129" v="31"/>
        <pc:sldMkLst>
          <pc:docMk/>
          <pc:sldMk cId="2666311247" sldId="265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666311247" sldId="265"/>
            <ac:spMk id="2" creationId="{2A9CE0CB-F894-03F9-5585-D9DEBE83A3D5}"/>
          </ac:spMkLst>
        </pc:spChg>
        <pc:graphicFrameChg chg="mod ord">
          <ac:chgData name="Guest User" userId="4a1ea7f34b523fce" providerId="Windows Live" clId="Web-{FDDE89F8-057F-4CE6-B663-096436D754C0}" dt="2022-10-18T12:47:45.129" v="31"/>
          <ac:graphicFrameMkLst>
            <pc:docMk/>
            <pc:sldMk cId="2666311247" sldId="265"/>
            <ac:graphicFrameMk id="70" creationId="{AF5DCA33-A8B2-C28B-3969-B78B263ED12E}"/>
          </ac:graphicFrameMkLst>
        </pc:graphicFrameChg>
      </pc:sldChg>
      <pc:sldChg chg="addSp delSp modSp del mod setBg modClrScheme delDesignElem chgLayout">
        <pc:chgData name="Guest User" userId="4a1ea7f34b523fce" providerId="Windows Live" clId="Web-{FDDE89F8-057F-4CE6-B663-096436D754C0}" dt="2022-10-18T12:46:55.377" v="19"/>
        <pc:sldMkLst>
          <pc:docMk/>
          <pc:sldMk cId="431809730" sldId="267"/>
        </pc:sldMkLst>
        <pc:spChg chg="del mod ord">
          <ac:chgData name="Guest User" userId="4a1ea7f34b523fce" providerId="Windows Live" clId="Web-{FDDE89F8-057F-4CE6-B663-096436D754C0}" dt="2022-10-18T12:45:22.279" v="9"/>
          <ac:spMkLst>
            <pc:docMk/>
            <pc:sldMk cId="431809730" sldId="267"/>
            <ac:spMk id="2" creationId="{0E9745C5-B1FF-1717-CE0A-B57F9258A8FB}"/>
          </ac:spMkLst>
        </pc:spChg>
        <pc:spChg chg="add mod ord">
          <ac:chgData name="Guest User" userId="4a1ea7f34b523fce" providerId="Windows Live" clId="Web-{FDDE89F8-057F-4CE6-B663-096436D754C0}" dt="2022-10-18T12:46:12.828" v="12"/>
          <ac:spMkLst>
            <pc:docMk/>
            <pc:sldMk cId="431809730" sldId="267"/>
            <ac:spMk id="5" creationId="{36AA2253-02C1-24E0-2C4C-AC78F34AD909}"/>
          </ac:spMkLst>
        </pc:spChg>
        <pc:spChg chg="del mod ord">
          <ac:chgData name="Guest User" userId="4a1ea7f34b523fce" providerId="Windows Live" clId="Web-{FDDE89F8-057F-4CE6-B663-096436D754C0}" dt="2022-10-18T12:46:25.735" v="13"/>
          <ac:spMkLst>
            <pc:docMk/>
            <pc:sldMk cId="431809730" sldId="267"/>
            <ac:spMk id="21" creationId="{2700A8FF-CD36-2BF9-419C-811663C3E755}"/>
          </ac:spMkLst>
        </pc:spChg>
        <pc:spChg chg="add">
          <ac:chgData name="Guest User" userId="4a1ea7f34b523fce" providerId="Windows Live" clId="Web-{FDDE89F8-057F-4CE6-B663-096436D754C0}" dt="2022-10-18T12:46:12.828" v="12"/>
          <ac:spMkLst>
            <pc:docMk/>
            <pc:sldMk cId="431809730" sldId="267"/>
            <ac:spMk id="23" creationId="{001B0E35-F788-4608-ABBE-0D971AA5028F}"/>
          </ac:spMkLst>
        </pc:spChg>
        <pc:spChg chg="add">
          <ac:chgData name="Guest User" userId="4a1ea7f34b523fce" providerId="Windows Live" clId="Web-{FDDE89F8-057F-4CE6-B663-096436D754C0}" dt="2022-10-18T12:46:12.828" v="12"/>
          <ac:spMkLst>
            <pc:docMk/>
            <pc:sldMk cId="431809730" sldId="267"/>
            <ac:spMk id="24" creationId="{4431B8EA-FCCA-47DD-A0C4-A653EC4AB846}"/>
          </ac:spMkLst>
        </pc:spChg>
        <pc:spChg chg="add">
          <ac:chgData name="Guest User" userId="4a1ea7f34b523fce" providerId="Windows Live" clId="Web-{FDDE89F8-057F-4CE6-B663-096436D754C0}" dt="2022-10-18T12:46:12.828" v="12"/>
          <ac:spMkLst>
            <pc:docMk/>
            <pc:sldMk cId="431809730" sldId="267"/>
            <ac:spMk id="30" creationId="{1C781EDE-83AA-44D6-8054-A4E2D6F28086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31809730" sldId="267"/>
            <ac:spMk id="39" creationId="{22AC0F86-9A78-4E84-A4B4-ADB8B2629A0C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31809730" sldId="267"/>
            <ac:spMk id="47" creationId="{69A54E25-1C05-48E5-A5CC-3778C1D3632D}"/>
          </ac:spMkLst>
        </pc:spChg>
        <pc:grpChg chg="del">
          <ac:chgData name="Guest User" userId="4a1ea7f34b523fce" providerId="Windows Live" clId="Web-{FDDE89F8-057F-4CE6-B663-096436D754C0}" dt="2022-10-18T12:44:49.137" v="7"/>
          <ac:grpSpMkLst>
            <pc:docMk/>
            <pc:sldMk cId="431809730" sldId="267"/>
            <ac:grpSpMk id="41" creationId="{4AF78B9E-8BE2-4706-9377-A05FA25ABABF}"/>
          </ac:grpSpMkLst>
        </pc:grpChg>
        <pc:picChg chg="del">
          <ac:chgData name="Guest User" userId="4a1ea7f34b523fce" providerId="Windows Live" clId="Web-{FDDE89F8-057F-4CE6-B663-096436D754C0}" dt="2022-10-18T12:46:05.015" v="11"/>
          <ac:picMkLst>
            <pc:docMk/>
            <pc:sldMk cId="431809730" sldId="267"/>
            <ac:picMk id="4" creationId="{61FD2AE7-E232-03C4-1167-EAAAE7239F85}"/>
          </ac:picMkLst>
        </pc:picChg>
        <pc:picChg chg="add mod ord">
          <ac:chgData name="Guest User" userId="4a1ea7f34b523fce" providerId="Windows Live" clId="Web-{FDDE89F8-057F-4CE6-B663-096436D754C0}" dt="2022-10-18T12:46:48.907" v="18" actId="14100"/>
          <ac:picMkLst>
            <pc:docMk/>
            <pc:sldMk cId="431809730" sldId="267"/>
            <ac:picMk id="6" creationId="{454E05CD-E69A-B36A-0133-41BAC3B8F641}"/>
          </ac:picMkLst>
        </pc:picChg>
        <pc:cxnChg chg="del">
          <ac:chgData name="Guest User" userId="4a1ea7f34b523fce" providerId="Windows Live" clId="Web-{FDDE89F8-057F-4CE6-B663-096436D754C0}" dt="2022-10-18T12:44:49.137" v="7"/>
          <ac:cxnSpMkLst>
            <pc:docMk/>
            <pc:sldMk cId="431809730" sldId="267"/>
            <ac:cxnSpMk id="49" creationId="{0E5D0023-B23E-4823-8D72-B07FFF8CAE96}"/>
          </ac:cxnSpMkLst>
        </pc:cxnChg>
      </pc:sldChg>
      <pc:sldChg chg="addSp delSp modSp mod modClrScheme delDesignElem chgLayout">
        <pc:chgData name="Guest User" userId="4a1ea7f34b523fce" providerId="Windows Live" clId="Web-{FDDE89F8-057F-4CE6-B663-096436D754C0}" dt="2022-10-18T12:59:13.032" v="69"/>
        <pc:sldMkLst>
          <pc:docMk/>
          <pc:sldMk cId="1201351615" sldId="268"/>
        </pc:sldMkLst>
        <pc:spChg chg="add">
          <ac:chgData name="Guest User" userId="4a1ea7f34b523fce" providerId="Windows Live" clId="Web-{FDDE89F8-057F-4CE6-B663-096436D754C0}" dt="2022-10-18T12:59:13.032" v="69"/>
          <ac:spMkLst>
            <pc:docMk/>
            <pc:sldMk cId="1201351615" sldId="268"/>
            <ac:spMk id="6" creationId="{23E3CED3-8830-45C9-8D6C-F4ECADD4F114}"/>
          </ac:spMkLst>
        </pc:spChg>
        <pc:spChg chg="add">
          <ac:chgData name="Guest User" userId="4a1ea7f34b523fce" providerId="Windows Live" clId="Web-{FDDE89F8-057F-4CE6-B663-096436D754C0}" dt="2022-10-18T12:59:13.032" v="69"/>
          <ac:spMkLst>
            <pc:docMk/>
            <pc:sldMk cId="1201351615" sldId="268"/>
            <ac:spMk id="7" creationId="{66F2D62A-C66C-42DF-8C05-99B0B1A8BED0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1201351615" sldId="268"/>
            <ac:spMk id="31" creationId="{544958B8-57B6-4B37-8A18-D54A32EC2D37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1201351615" sldId="268"/>
            <ac:spMk id="32" creationId="{B7E4A740-3A69-42A5-8AC0-3905D518F419}"/>
          </ac:spMkLst>
        </pc:spChg>
        <pc:grpChg chg="del">
          <ac:chgData name="Guest User" userId="4a1ea7f34b523fce" providerId="Windows Live" clId="Web-{FDDE89F8-057F-4CE6-B663-096436D754C0}" dt="2022-10-18T12:44:49.137" v="7"/>
          <ac:grpSpMkLst>
            <pc:docMk/>
            <pc:sldMk cId="1201351615" sldId="268"/>
            <ac:grpSpMk id="26" creationId="{8283C010-53D7-404B-9300-DB1BAE1EAE91}"/>
          </ac:grpSpMkLst>
        </pc:grpChg>
        <pc:picChg chg="mod ord">
          <ac:chgData name="Guest User" userId="4a1ea7f34b523fce" providerId="Windows Live" clId="Web-{FDDE89F8-057F-4CE6-B663-096436D754C0}" dt="2022-10-18T12:59:13.032" v="69"/>
          <ac:picMkLst>
            <pc:docMk/>
            <pc:sldMk cId="1201351615" sldId="268"/>
            <ac:picMk id="4" creationId="{9B1CA762-F5EB-79BD-430A-3C2EE8E41EF3}"/>
          </ac:picMkLst>
        </pc:picChg>
      </pc:sldChg>
      <pc:sldChg chg="addSp delSp modSp del mod modClrScheme delDesignElem chgLayout">
        <pc:chgData name="Guest User" userId="4a1ea7f34b523fce" providerId="Windows Live" clId="Web-{FDDE89F8-057F-4CE6-B663-096436D754C0}" dt="2022-10-18T12:52:26.749" v="47"/>
        <pc:sldMkLst>
          <pc:docMk/>
          <pc:sldMk cId="2779752605" sldId="269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2779752605" sldId="269"/>
            <ac:spMk id="2" creationId="{5966B6D5-BBDF-588A-03DA-C47074A18F77}"/>
          </ac:spMkLst>
        </pc:spChg>
        <pc:spChg chg="del mod ord">
          <ac:chgData name="Guest User" userId="4a1ea7f34b523fce" providerId="Windows Live" clId="Web-{FDDE89F8-057F-4CE6-B663-096436D754C0}" dt="2022-10-18T12:49:00.897" v="37"/>
          <ac:spMkLst>
            <pc:docMk/>
            <pc:sldMk cId="2779752605" sldId="269"/>
            <ac:spMk id="3" creationId="{A7E3DA28-BDBA-20CB-79A6-54DF4E0BEB4C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79752605" sldId="269"/>
            <ac:spMk id="8" creationId="{DC878D9A-77BE-4701-AE3D-EEFC53CD50BC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79752605" sldId="269"/>
            <ac:spMk id="10" creationId="{F643BE08-0ED1-4B73-AC6D-B7E26A59CDAA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79752605" sldId="269"/>
            <ac:spMk id="12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779752605" sldId="269"/>
            <ac:spMk id="14" creationId="{07A4B640-BB7F-4272-A710-068DBA9F9A6E}"/>
          </ac:spMkLst>
        </pc:spChg>
        <pc:picChg chg="add mod ord">
          <ac:chgData name="Guest User" userId="4a1ea7f34b523fce" providerId="Windows Live" clId="Web-{FDDE89F8-057F-4CE6-B663-096436D754C0}" dt="2022-10-18T12:49:16.648" v="41" actId="14100"/>
          <ac:picMkLst>
            <pc:docMk/>
            <pc:sldMk cId="2779752605" sldId="269"/>
            <ac:picMk id="4" creationId="{EA125314-783F-F019-6769-78856254DA87}"/>
          </ac:picMkLst>
        </pc:picChg>
      </pc:sldChg>
      <pc:sldChg chg="addSp delSp modSp mod modClrScheme delDesignElem chgLayout">
        <pc:chgData name="Guest User" userId="4a1ea7f34b523fce" providerId="Windows Live" clId="Web-{FDDE89F8-057F-4CE6-B663-096436D754C0}" dt="2022-10-18T13:02:07.914" v="70"/>
        <pc:sldMkLst>
          <pc:docMk/>
          <pc:sldMk cId="4137214080" sldId="271"/>
        </pc:sldMkLst>
        <pc:spChg chg="mod ord">
          <ac:chgData name="Guest User" userId="4a1ea7f34b523fce" providerId="Windows Live" clId="Web-{FDDE89F8-057F-4CE6-B663-096436D754C0}" dt="2022-10-18T12:47:45.129" v="31"/>
          <ac:spMkLst>
            <pc:docMk/>
            <pc:sldMk cId="4137214080" sldId="271"/>
            <ac:spMk id="2" creationId="{D20A5D53-AADB-915F-0B4C-4CC801C15B94}"/>
          </ac:spMkLst>
        </pc:spChg>
        <pc:spChg chg="mod ord">
          <ac:chgData name="Guest User" userId="4a1ea7f34b523fce" providerId="Windows Live" clId="Web-{FDDE89F8-057F-4CE6-B663-096436D754C0}" dt="2022-10-18T13:02:07.914" v="70"/>
          <ac:spMkLst>
            <pc:docMk/>
            <pc:sldMk cId="4137214080" sldId="271"/>
            <ac:spMk id="3" creationId="{A02297FD-99BD-2B2E-70AC-C563B2C12581}"/>
          </ac:spMkLst>
        </pc:spChg>
        <pc:spChg chg="add">
          <ac:chgData name="Guest User" userId="4a1ea7f34b523fce" providerId="Windows Live" clId="Web-{FDDE89F8-057F-4CE6-B663-096436D754C0}" dt="2022-10-18T13:02:07.914" v="70"/>
          <ac:spMkLst>
            <pc:docMk/>
            <pc:sldMk cId="4137214080" sldId="271"/>
            <ac:spMk id="5" creationId="{DC878D9A-77BE-4701-AE3D-EEFC53CD50BC}"/>
          </ac:spMkLst>
        </pc:spChg>
        <pc:spChg chg="add">
          <ac:chgData name="Guest User" userId="4a1ea7f34b523fce" providerId="Windows Live" clId="Web-{FDDE89F8-057F-4CE6-B663-096436D754C0}" dt="2022-10-18T13:02:07.914" v="70"/>
          <ac:spMkLst>
            <pc:docMk/>
            <pc:sldMk cId="4137214080" sldId="271"/>
            <ac:spMk id="6" creationId="{F643BE08-0ED1-4B73-AC6D-B7E26A59CDAA}"/>
          </ac:spMkLst>
        </pc:spChg>
        <pc:spChg chg="add">
          <ac:chgData name="Guest User" userId="4a1ea7f34b523fce" providerId="Windows Live" clId="Web-{FDDE89F8-057F-4CE6-B663-096436D754C0}" dt="2022-10-18T13:02:07.914" v="70"/>
          <ac:spMkLst>
            <pc:docMk/>
            <pc:sldMk cId="4137214080" sldId="271"/>
            <ac:spMk id="7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137214080" sldId="271"/>
            <ac:spMk id="8" creationId="{DC878D9A-77BE-4701-AE3D-EEFC53CD50BC}"/>
          </ac:spMkLst>
        </pc:spChg>
        <pc:spChg chg="add">
          <ac:chgData name="Guest User" userId="4a1ea7f34b523fce" providerId="Windows Live" clId="Web-{FDDE89F8-057F-4CE6-B663-096436D754C0}" dt="2022-10-18T13:02:07.914" v="70"/>
          <ac:spMkLst>
            <pc:docMk/>
            <pc:sldMk cId="4137214080" sldId="271"/>
            <ac:spMk id="9" creationId="{07A4B640-BB7F-4272-A710-068DBA9F9A6E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137214080" sldId="271"/>
            <ac:spMk id="10" creationId="{F643BE08-0ED1-4B73-AC6D-B7E26A59CDAA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137214080" sldId="271"/>
            <ac:spMk id="12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4137214080" sldId="271"/>
            <ac:spMk id="14" creationId="{07A4B640-BB7F-4272-A710-068DBA9F9A6E}"/>
          </ac:spMkLst>
        </pc:spChg>
      </pc:sldChg>
      <pc:sldChg chg="delSp mod modClrScheme delDesignElem chgLayout">
        <pc:chgData name="Guest User" userId="4a1ea7f34b523fce" providerId="Windows Live" clId="Web-{FDDE89F8-057F-4CE6-B663-096436D754C0}" dt="2022-10-18T12:47:45.129" v="31"/>
        <pc:sldMkLst>
          <pc:docMk/>
          <pc:sldMk cId="1136244139" sldId="272"/>
        </pc:sldMkLst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1136244139" sldId="272"/>
            <ac:spMk id="14" creationId="{4434DCA8-BC57-40AE-94D7-754460957E7F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1136244139" sldId="272"/>
            <ac:spMk id="17" creationId="{D43CA6E1-DE85-4998-B1CA-2B617EDF60F8}"/>
          </ac:spMkLst>
        </pc:spChg>
        <pc:picChg chg="del">
          <ac:chgData name="Guest User" userId="4a1ea7f34b523fce" providerId="Windows Live" clId="Web-{FDDE89F8-057F-4CE6-B663-096436D754C0}" dt="2022-10-18T12:44:49.137" v="7"/>
          <ac:picMkLst>
            <pc:docMk/>
            <pc:sldMk cId="1136244139" sldId="272"/>
            <ac:picMk id="13" creationId="{AD162A3C-D7A8-4B2A-94B1-73192CBC573B}"/>
          </ac:picMkLst>
        </pc:picChg>
        <pc:picChg chg="del">
          <ac:chgData name="Guest User" userId="4a1ea7f34b523fce" providerId="Windows Live" clId="Web-{FDDE89F8-057F-4CE6-B663-096436D754C0}" dt="2022-10-18T12:44:49.137" v="7"/>
          <ac:picMkLst>
            <pc:docMk/>
            <pc:sldMk cId="1136244139" sldId="272"/>
            <ac:picMk id="15" creationId="{6B8F1012-6DEE-4829-9F32-620A71109464}"/>
          </ac:picMkLst>
        </pc:picChg>
        <pc:picChg chg="del">
          <ac:chgData name="Guest User" userId="4a1ea7f34b523fce" providerId="Windows Live" clId="Web-{FDDE89F8-057F-4CE6-B663-096436D754C0}" dt="2022-10-18T12:44:49.137" v="7"/>
          <ac:picMkLst>
            <pc:docMk/>
            <pc:sldMk cId="1136244139" sldId="272"/>
            <ac:picMk id="16" creationId="{E93A23A1-FB7B-4C57-8240-0B6015C11161}"/>
          </ac:picMkLst>
        </pc:picChg>
      </pc:sldChg>
      <pc:sldChg chg="mod modClrScheme chgLayout">
        <pc:chgData name="Guest User" userId="4a1ea7f34b523fce" providerId="Windows Live" clId="Web-{FDDE89F8-057F-4CE6-B663-096436D754C0}" dt="2022-10-18T12:47:45.129" v="31"/>
        <pc:sldMkLst>
          <pc:docMk/>
          <pc:sldMk cId="3620236712" sldId="273"/>
        </pc:sldMkLst>
      </pc:sldChg>
      <pc:sldChg chg="addSp delSp modSp mod modClrScheme delDesignElem chgLayout">
        <pc:chgData name="Guest User" userId="4a1ea7f34b523fce" providerId="Windows Live" clId="Web-{FDDE89F8-057F-4CE6-B663-096436D754C0}" dt="2022-10-18T12:49:56.978" v="43"/>
        <pc:sldMkLst>
          <pc:docMk/>
          <pc:sldMk cId="2155244043" sldId="275"/>
        </pc:sldMkLst>
        <pc:spChg chg="mod or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2" creationId="{CC44A771-56F4-6432-C976-E86206236B39}"/>
          </ac:spMkLst>
        </pc:spChg>
        <pc:spChg chg="mod or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3" creationId="{8C7B2221-2EBD-59EA-96AD-ECDC02282F7A}"/>
          </ac:spMkLst>
        </pc:spChg>
        <pc:spChg chg="ad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5" creationId="{DC878D9A-77BE-4701-AE3D-EEFC53CD50BC}"/>
          </ac:spMkLst>
        </pc:spChg>
        <pc:spChg chg="ad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6" creationId="{F643BE08-0ED1-4B73-AC6D-B7E26A59CDAA}"/>
          </ac:spMkLst>
        </pc:spChg>
        <pc:spChg chg="ad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7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155244043" sldId="275"/>
            <ac:spMk id="8" creationId="{DC878D9A-77BE-4701-AE3D-EEFC53CD50BC}"/>
          </ac:spMkLst>
        </pc:spChg>
        <pc:spChg chg="add">
          <ac:chgData name="Guest User" userId="4a1ea7f34b523fce" providerId="Windows Live" clId="Web-{FDDE89F8-057F-4CE6-B663-096436D754C0}" dt="2022-10-18T12:49:56.978" v="43"/>
          <ac:spMkLst>
            <pc:docMk/>
            <pc:sldMk cId="2155244043" sldId="275"/>
            <ac:spMk id="9" creationId="{07A4B640-BB7F-4272-A710-068DBA9F9A6E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155244043" sldId="275"/>
            <ac:spMk id="10" creationId="{F643BE08-0ED1-4B73-AC6D-B7E26A59CDAA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155244043" sldId="275"/>
            <ac:spMk id="12" creationId="{956B2094-7FC0-45FC-BFED-3CB88CEE63F5}"/>
          </ac:spMkLst>
        </pc:spChg>
        <pc:spChg chg="del">
          <ac:chgData name="Guest User" userId="4a1ea7f34b523fce" providerId="Windows Live" clId="Web-{FDDE89F8-057F-4CE6-B663-096436D754C0}" dt="2022-10-18T12:44:49.137" v="7"/>
          <ac:spMkLst>
            <pc:docMk/>
            <pc:sldMk cId="2155244043" sldId="275"/>
            <ac:spMk id="14" creationId="{07A4B640-BB7F-4272-A710-068DBA9F9A6E}"/>
          </ac:spMkLst>
        </pc:spChg>
      </pc:sldChg>
      <pc:sldChg chg="addSp delSp modSp del mod setBg modClrScheme chgLayout">
        <pc:chgData name="Guest User" userId="4a1ea7f34b523fce" providerId="Windows Live" clId="Web-{FDDE89F8-057F-4CE6-B663-096436D754C0}" dt="2022-10-18T12:50:21.635" v="44"/>
        <pc:sldMkLst>
          <pc:docMk/>
          <pc:sldMk cId="3667223295" sldId="276"/>
        </pc:sldMkLst>
        <pc:spChg chg="mod or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2" creationId="{DBCE8094-619D-FB12-0376-9EA586DC5C90}"/>
          </ac:spMkLst>
        </pc:spChg>
        <pc:spChg chg="add del mod or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3" creationId="{768949E3-DD05-048C-D891-5F93D4075285}"/>
          </ac:spMkLst>
        </pc:spChg>
        <pc:spChg chg="ad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9" creationId="{52BE4420-3B5F-4549-8B4A-77855B8215EC}"/>
          </ac:spMkLst>
        </pc:spChg>
        <pc:spChg chg="ad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11" creationId="{A75876F6-95D4-48CB-8E3E-4401A96E25A4}"/>
          </ac:spMkLst>
        </pc:spChg>
        <pc:spChg chg="ad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13" creationId="{D1B84719-90BB-4D0C-92D8-61DC5512B34B}"/>
          </ac:spMkLst>
        </pc:spChg>
        <pc:spChg chg="add">
          <ac:chgData name="Guest User" userId="4a1ea7f34b523fce" providerId="Windows Live" clId="Web-{FDDE89F8-057F-4CE6-B663-096436D754C0}" dt="2022-10-18T12:48:13.317" v="36"/>
          <ac:spMkLst>
            <pc:docMk/>
            <pc:sldMk cId="3667223295" sldId="276"/>
            <ac:spMk id="15" creationId="{7B407EC4-5D16-4845-9840-4E28622B6568}"/>
          </ac:spMkLst>
        </pc:spChg>
        <pc:graphicFrameChg chg="add del">
          <ac:chgData name="Guest User" userId="4a1ea7f34b523fce" providerId="Windows Live" clId="Web-{FDDE89F8-057F-4CE6-B663-096436D754C0}" dt="2022-10-18T12:48:06.145" v="33"/>
          <ac:graphicFrameMkLst>
            <pc:docMk/>
            <pc:sldMk cId="3667223295" sldId="276"/>
            <ac:graphicFrameMk id="5" creationId="{FEDF1190-3B57-008D-3D20-DC8B0F2AE257}"/>
          </ac:graphicFrameMkLst>
        </pc:graphicFrameChg>
        <pc:graphicFrameChg chg="add del">
          <ac:chgData name="Guest User" userId="4a1ea7f34b523fce" providerId="Windows Live" clId="Web-{FDDE89F8-057F-4CE6-B663-096436D754C0}" dt="2022-10-18T12:48:13.286" v="35"/>
          <ac:graphicFrameMkLst>
            <pc:docMk/>
            <pc:sldMk cId="3667223295" sldId="276"/>
            <ac:graphicFrameMk id="7" creationId="{C2C1A1BE-9082-635C-0784-6FC56B1352FD}"/>
          </ac:graphicFrameMkLst>
        </pc:graphicFrameChg>
        <pc:graphicFrameChg chg="add">
          <ac:chgData name="Guest User" userId="4a1ea7f34b523fce" providerId="Windows Live" clId="Web-{FDDE89F8-057F-4CE6-B663-096436D754C0}" dt="2022-10-18T12:48:13.317" v="36"/>
          <ac:graphicFrameMkLst>
            <pc:docMk/>
            <pc:sldMk cId="3667223295" sldId="276"/>
            <ac:graphicFrameMk id="10" creationId="{B4F0C4F7-B14E-5B8F-A890-D3BBC761E0AB}"/>
          </ac:graphicFrameMkLst>
        </pc:graphicFrameChg>
      </pc:sldChg>
      <pc:sldChg chg="addSp modSp new mod setBg">
        <pc:chgData name="Guest User" userId="4a1ea7f34b523fce" providerId="Windows Live" clId="Web-{FDDE89F8-057F-4CE6-B663-096436D754C0}" dt="2022-10-18T12:59:00.531" v="68"/>
        <pc:sldMkLst>
          <pc:docMk/>
          <pc:sldMk cId="381142826" sldId="277"/>
        </pc:sldMkLst>
        <pc:spChg chg="mo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2" creationId="{D26E8DA5-B2B2-4ADE-4481-C17BF170A623}"/>
          </ac:spMkLst>
        </pc:spChg>
        <pc:spChg chg="mo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3" creationId="{43B4BF07-BA74-078A-6C3C-09875739C718}"/>
          </ac:spMkLst>
        </pc:spChg>
        <pc:spChg chg="ad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8" creationId="{52723366-C73B-4ED6-ADEF-29911C6BC55F}"/>
          </ac:spMkLst>
        </pc:spChg>
        <pc:spChg chg="ad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10" creationId="{847A4152-8E41-4D1C-B88C-57C5C430A69E}"/>
          </ac:spMkLst>
        </pc:spChg>
        <pc:spChg chg="ad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12" creationId="{999F76F5-72D4-4814-9169-8F535AEEB809}"/>
          </ac:spMkLst>
        </pc:spChg>
        <pc:spChg chg="add">
          <ac:chgData name="Guest User" userId="4a1ea7f34b523fce" providerId="Windows Live" clId="Web-{FDDE89F8-057F-4CE6-B663-096436D754C0}" dt="2022-10-18T12:59:00.531" v="68"/>
          <ac:spMkLst>
            <pc:docMk/>
            <pc:sldMk cId="381142826" sldId="277"/>
            <ac:spMk id="14" creationId="{C6202988-4466-42C5-B33A-AFABF051B4FE}"/>
          </ac:spMkLst>
        </pc:spChg>
      </pc:sldChg>
      <pc:sldChg chg="addSp delSp modSp new mod setBg">
        <pc:chgData name="Guest User" userId="4a1ea7f34b523fce" providerId="Windows Live" clId="Web-{FDDE89F8-057F-4CE6-B663-096436D754C0}" dt="2022-10-18T12:53:12.454" v="51" actId="14100"/>
        <pc:sldMkLst>
          <pc:docMk/>
          <pc:sldMk cId="3705501236" sldId="278"/>
        </pc:sldMkLst>
        <pc:spChg chg="mo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2" creationId="{645EE50A-E5C4-F162-5006-7036629E4F8C}"/>
          </ac:spMkLst>
        </pc:spChg>
        <pc:spChg chg="del">
          <ac:chgData name="Guest User" userId="4a1ea7f34b523fce" providerId="Windows Live" clId="Web-{FDDE89F8-057F-4CE6-B663-096436D754C0}" dt="2022-10-18T12:52:19.546" v="46"/>
          <ac:spMkLst>
            <pc:docMk/>
            <pc:sldMk cId="3705501236" sldId="278"/>
            <ac:spMk id="3" creationId="{3C39F38E-F232-38D3-FEEC-5120D218954D}"/>
          </ac:spMkLst>
        </pc:spChg>
        <pc:spChg chg="ad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8" creationId="{5535FC39-AD43-E4A4-887D-F9F12BB4681A}"/>
          </ac:spMkLst>
        </pc:spChg>
        <pc:spChg chg="ad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11" creationId="{333F0879-3DA0-4CB8-B35E-A0AD42558191}"/>
          </ac:spMkLst>
        </pc:spChg>
        <pc:spChg chg="ad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13" creationId="{324D2183-F388-476E-92A9-D6639D698580}"/>
          </ac:spMkLst>
        </pc:spChg>
        <pc:spChg chg="ad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15" creationId="{243462E7-1698-4B21-BE89-AEFAC7C2FEFA}"/>
          </ac:spMkLst>
        </pc:spChg>
        <pc:spChg chg="add">
          <ac:chgData name="Guest User" userId="4a1ea7f34b523fce" providerId="Windows Live" clId="Web-{FDDE89F8-057F-4CE6-B663-096436D754C0}" dt="2022-10-18T12:52:55.266" v="49"/>
          <ac:spMkLst>
            <pc:docMk/>
            <pc:sldMk cId="3705501236" sldId="278"/>
            <ac:spMk id="17" creationId="{6C22FCAC-D7EC-4A52-B153-FF761E2235B3}"/>
          </ac:spMkLst>
        </pc:spChg>
        <pc:picChg chg="add mod ord">
          <ac:chgData name="Guest User" userId="4a1ea7f34b523fce" providerId="Windows Live" clId="Web-{FDDE89F8-057F-4CE6-B663-096436D754C0}" dt="2022-10-18T12:53:12.454" v="51" actId="14100"/>
          <ac:picMkLst>
            <pc:docMk/>
            <pc:sldMk cId="3705501236" sldId="278"/>
            <ac:picMk id="4" creationId="{E87F95BF-5AEF-D1BA-D89A-7979A103D95B}"/>
          </ac:picMkLst>
        </pc:picChg>
      </pc:sldChg>
      <pc:sldChg chg="addSp modSp new mod setBg">
        <pc:chgData name="Guest User" userId="4a1ea7f34b523fce" providerId="Windows Live" clId="Web-{FDDE89F8-057F-4CE6-B663-096436D754C0}" dt="2022-10-18T13:08:16.007" v="99" actId="14100"/>
        <pc:sldMkLst>
          <pc:docMk/>
          <pc:sldMk cId="3866759760" sldId="279"/>
        </pc:sldMkLst>
        <pc:spChg chg="add">
          <ac:chgData name="Guest User" userId="4a1ea7f34b523fce" providerId="Windows Live" clId="Web-{FDDE89F8-057F-4CE6-B663-096436D754C0}" dt="2022-10-18T13:07:53.303" v="95"/>
          <ac:spMkLst>
            <pc:docMk/>
            <pc:sldMk cId="3866759760" sldId="279"/>
            <ac:spMk id="7" creationId="{544958B8-57B6-4B37-8A18-D54A32EC2D37}"/>
          </ac:spMkLst>
        </pc:spChg>
        <pc:spChg chg="add">
          <ac:chgData name="Guest User" userId="4a1ea7f34b523fce" providerId="Windows Live" clId="Web-{FDDE89F8-057F-4CE6-B663-096436D754C0}" dt="2022-10-18T13:07:53.303" v="95"/>
          <ac:spMkLst>
            <pc:docMk/>
            <pc:sldMk cId="3866759760" sldId="279"/>
            <ac:spMk id="9" creationId="{B7E4A740-3A69-42A5-8AC0-3905D518F419}"/>
          </ac:spMkLst>
        </pc:spChg>
        <pc:grpChg chg="add">
          <ac:chgData name="Guest User" userId="4a1ea7f34b523fce" providerId="Windows Live" clId="Web-{FDDE89F8-057F-4CE6-B663-096436D754C0}" dt="2022-10-18T13:07:53.303" v="95"/>
          <ac:grpSpMkLst>
            <pc:docMk/>
            <pc:sldMk cId="3866759760" sldId="279"/>
            <ac:grpSpMk id="11" creationId="{8283C010-53D7-404B-9300-DB1BAE1EAE91}"/>
          </ac:grpSpMkLst>
        </pc:grpChg>
        <pc:picChg chg="add mod">
          <ac:chgData name="Guest User" userId="4a1ea7f34b523fce" providerId="Windows Live" clId="Web-{FDDE89F8-057F-4CE6-B663-096436D754C0}" dt="2022-10-18T13:08:16.007" v="99" actId="14100"/>
          <ac:picMkLst>
            <pc:docMk/>
            <pc:sldMk cId="3866759760" sldId="279"/>
            <ac:picMk id="2" creationId="{6F3A79A3-D1AB-A1EA-21CF-96159E2A805E}"/>
          </ac:picMkLst>
        </pc:picChg>
      </pc:sldChg>
      <pc:sldChg chg="addSp delSp modSp new mod setBg">
        <pc:chgData name="Guest User" userId="4a1ea7f34b523fce" providerId="Windows Live" clId="Web-{FDDE89F8-057F-4CE6-B663-096436D754C0}" dt="2022-10-18T13:10:56.154" v="107"/>
        <pc:sldMkLst>
          <pc:docMk/>
          <pc:sldMk cId="3020007056" sldId="280"/>
        </pc:sldMkLst>
        <pc:spChg chg="add del">
          <ac:chgData name="Guest User" userId="4a1ea7f34b523fce" providerId="Windows Live" clId="Web-{FDDE89F8-057F-4CE6-B663-096436D754C0}" dt="2022-10-18T13:10:56.154" v="107"/>
          <ac:spMkLst>
            <pc:docMk/>
            <pc:sldMk cId="3020007056" sldId="280"/>
            <ac:spMk id="7" creationId="{544958B8-57B6-4B37-8A18-D54A32EC2D37}"/>
          </ac:spMkLst>
        </pc:spChg>
        <pc:spChg chg="add del">
          <ac:chgData name="Guest User" userId="4a1ea7f34b523fce" providerId="Windows Live" clId="Web-{FDDE89F8-057F-4CE6-B663-096436D754C0}" dt="2022-10-18T13:10:56.154" v="107"/>
          <ac:spMkLst>
            <pc:docMk/>
            <pc:sldMk cId="3020007056" sldId="280"/>
            <ac:spMk id="9" creationId="{B7E4A740-3A69-42A5-8AC0-3905D518F419}"/>
          </ac:spMkLst>
        </pc:spChg>
        <pc:spChg chg="add">
          <ac:chgData name="Guest User" userId="4a1ea7f34b523fce" providerId="Windows Live" clId="Web-{FDDE89F8-057F-4CE6-B663-096436D754C0}" dt="2022-10-18T13:10:56.154" v="107"/>
          <ac:spMkLst>
            <pc:docMk/>
            <pc:sldMk cId="3020007056" sldId="280"/>
            <ac:spMk id="20" creationId="{23E3CED3-8830-45C9-8D6C-F4ECADD4F114}"/>
          </ac:spMkLst>
        </pc:spChg>
        <pc:spChg chg="add">
          <ac:chgData name="Guest User" userId="4a1ea7f34b523fce" providerId="Windows Live" clId="Web-{FDDE89F8-057F-4CE6-B663-096436D754C0}" dt="2022-10-18T13:10:56.154" v="107"/>
          <ac:spMkLst>
            <pc:docMk/>
            <pc:sldMk cId="3020007056" sldId="280"/>
            <ac:spMk id="22" creationId="{66F2D62A-C66C-42DF-8C05-99B0B1A8BED0}"/>
          </ac:spMkLst>
        </pc:spChg>
        <pc:grpChg chg="add del">
          <ac:chgData name="Guest User" userId="4a1ea7f34b523fce" providerId="Windows Live" clId="Web-{FDDE89F8-057F-4CE6-B663-096436D754C0}" dt="2022-10-18T13:10:56.154" v="107"/>
          <ac:grpSpMkLst>
            <pc:docMk/>
            <pc:sldMk cId="3020007056" sldId="280"/>
            <ac:grpSpMk id="11" creationId="{8283C010-53D7-404B-9300-DB1BAE1EAE91}"/>
          </ac:grpSpMkLst>
        </pc:grpChg>
        <pc:picChg chg="add mod">
          <ac:chgData name="Guest User" userId="4a1ea7f34b523fce" providerId="Windows Live" clId="Web-{FDDE89F8-057F-4CE6-B663-096436D754C0}" dt="2022-10-18T13:10:56.154" v="107"/>
          <ac:picMkLst>
            <pc:docMk/>
            <pc:sldMk cId="3020007056" sldId="280"/>
            <ac:picMk id="2" creationId="{41B9A001-30DF-6864-89C9-6389DDEA7A1D}"/>
          </ac:picMkLst>
        </pc:picChg>
      </pc:sldChg>
      <pc:sldChg chg="addSp delSp modSp new del">
        <pc:chgData name="Guest User" userId="4a1ea7f34b523fce" providerId="Windows Live" clId="Web-{FDDE89F8-057F-4CE6-B663-096436D754C0}" dt="2022-10-18T13:16:06.354" v="135"/>
        <pc:sldMkLst>
          <pc:docMk/>
          <pc:sldMk cId="3821324780" sldId="281"/>
        </pc:sldMkLst>
        <pc:picChg chg="add del mod">
          <ac:chgData name="Guest User" userId="4a1ea7f34b523fce" providerId="Windows Live" clId="Web-{FDDE89F8-057F-4CE6-B663-096436D754C0}" dt="2022-10-18T13:14:25.038" v="110"/>
          <ac:picMkLst>
            <pc:docMk/>
            <pc:sldMk cId="3821324780" sldId="281"/>
            <ac:picMk id="2" creationId="{113667A9-B4FC-BF74-307B-47F959FA060E}"/>
          </ac:picMkLst>
        </pc:picChg>
      </pc:sldChg>
      <pc:sldChg chg="new">
        <pc:chgData name="Guest User" userId="4a1ea7f34b523fce" providerId="Windows Live" clId="Web-{FDDE89F8-057F-4CE6-B663-096436D754C0}" dt="2022-10-18T13:14:31.772" v="111"/>
        <pc:sldMkLst>
          <pc:docMk/>
          <pc:sldMk cId="1304554846" sldId="282"/>
        </pc:sldMkLst>
      </pc:sldChg>
      <pc:sldChg chg="addSp modSp new mod setBg">
        <pc:chgData name="Guest User" userId="4a1ea7f34b523fce" providerId="Windows Live" clId="Web-{FDDE89F8-057F-4CE6-B663-096436D754C0}" dt="2022-10-18T13:16:05.511" v="134" actId="20577"/>
        <pc:sldMkLst>
          <pc:docMk/>
          <pc:sldMk cId="788795773" sldId="283"/>
        </pc:sldMkLst>
        <pc:spChg chg="mod">
          <ac:chgData name="Guest User" userId="4a1ea7f34b523fce" providerId="Windows Live" clId="Web-{FDDE89F8-057F-4CE6-B663-096436D754C0}" dt="2022-10-18T13:16:05.511" v="134" actId="20577"/>
          <ac:spMkLst>
            <pc:docMk/>
            <pc:sldMk cId="788795773" sldId="283"/>
            <ac:spMk id="2" creationId="{69B04816-D0EA-5185-38F8-467A8CB9784D}"/>
          </ac:spMkLst>
        </pc:spChg>
        <pc:spChg chg="add">
          <ac:chgData name="Guest User" userId="4a1ea7f34b523fce" providerId="Windows Live" clId="Web-{FDDE89F8-057F-4CE6-B663-096436D754C0}" dt="2022-10-18T13:14:42.210" v="113"/>
          <ac:spMkLst>
            <pc:docMk/>
            <pc:sldMk cId="788795773" sldId="283"/>
            <ac:spMk id="15" creationId="{53EDA46E-AECC-43B8-B54F-FA6E4C0C6566}"/>
          </ac:spMkLst>
        </pc:spChg>
        <pc:spChg chg="add">
          <ac:chgData name="Guest User" userId="4a1ea7f34b523fce" providerId="Windows Live" clId="Web-{FDDE89F8-057F-4CE6-B663-096436D754C0}" dt="2022-10-18T13:14:42.210" v="113"/>
          <ac:spMkLst>
            <pc:docMk/>
            <pc:sldMk cId="788795773" sldId="283"/>
            <ac:spMk id="17" creationId="{9A789037-2F02-4B13-8573-CB800A9689B8}"/>
          </ac:spMkLst>
        </pc:spChg>
        <pc:spChg chg="add">
          <ac:chgData name="Guest User" userId="4a1ea7f34b523fce" providerId="Windows Live" clId="Web-{FDDE89F8-057F-4CE6-B663-096436D754C0}" dt="2022-10-18T13:14:42.210" v="113"/>
          <ac:spMkLst>
            <pc:docMk/>
            <pc:sldMk cId="788795773" sldId="283"/>
            <ac:spMk id="19" creationId="{567B4C5E-A726-4AC9-9254-E81F0698BD5F}"/>
          </ac:spMkLst>
        </pc:spChg>
        <pc:grpChg chg="add">
          <ac:chgData name="Guest User" userId="4a1ea7f34b523fce" providerId="Windows Live" clId="Web-{FDDE89F8-057F-4CE6-B663-096436D754C0}" dt="2022-10-18T13:14:42.210" v="113"/>
          <ac:grpSpMkLst>
            <pc:docMk/>
            <pc:sldMk cId="788795773" sldId="283"/>
            <ac:grpSpMk id="7" creationId="{7575D7A7-3C36-4508-9BC6-70A93BD3C438}"/>
          </ac:grpSpMkLst>
        </pc:grpChg>
        <pc:cxnChg chg="add">
          <ac:chgData name="Guest User" userId="4a1ea7f34b523fce" providerId="Windows Live" clId="Web-{FDDE89F8-057F-4CE6-B663-096436D754C0}" dt="2022-10-18T13:14:42.210" v="113"/>
          <ac:cxnSpMkLst>
            <pc:docMk/>
            <pc:sldMk cId="788795773" sldId="283"/>
            <ac:cxnSpMk id="13" creationId="{AE446D0E-6531-40B7-A182-FB8602439777}"/>
          </ac:cxnSpMkLst>
        </pc:cxnChg>
        <pc:cxnChg chg="add">
          <ac:chgData name="Guest User" userId="4a1ea7f34b523fce" providerId="Windows Live" clId="Web-{FDDE89F8-057F-4CE6-B663-096436D754C0}" dt="2022-10-18T13:14:42.210" v="113"/>
          <ac:cxnSpMkLst>
            <pc:docMk/>
            <pc:sldMk cId="788795773" sldId="283"/>
            <ac:cxnSpMk id="21" creationId="{47F9D90F-7118-49FD-9E75-223103DD93BD}"/>
          </ac:cxnSpMkLst>
        </pc:cxnChg>
      </pc:sldChg>
      <pc:sldMasterChg chg="del delSldLayout">
        <pc:chgData name="Guest User" userId="4a1ea7f34b523fce" providerId="Windows Live" clId="Web-{FDDE89F8-057F-4CE6-B663-096436D754C0}" dt="2022-10-18T12:44:49.137" v="7"/>
        <pc:sldMasterMkLst>
          <pc:docMk/>
          <pc:sldMasterMk cId="2126051644" sldId="2147483752"/>
        </pc:sldMasterMkLst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2195024315" sldId="2147483753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727118874" sldId="2147483754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496862636" sldId="2147483755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284625731" sldId="2147483756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2865639296" sldId="2147483757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762500420" sldId="2147483758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2594152111" sldId="2147483759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63823769" sldId="2147483760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913351899" sldId="2147483761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4088014784" sldId="2147483762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3922317659" sldId="2147483763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4200222169" sldId="2147483764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3657068939" sldId="2147483765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1134349933" sldId="2147483766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420713700" sldId="2147483767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63418121" sldId="2147483768"/>
          </pc:sldLayoutMkLst>
        </pc:sldLayoutChg>
        <pc:sldLayoutChg chg="del">
          <pc:chgData name="Guest User" userId="4a1ea7f34b523fce" providerId="Windows Live" clId="Web-{FDDE89F8-057F-4CE6-B663-096436D754C0}" dt="2022-10-18T12:44:49.137" v="7"/>
          <pc:sldLayoutMkLst>
            <pc:docMk/>
            <pc:sldMasterMk cId="2126051644" sldId="2147483752"/>
            <pc:sldLayoutMk cId="500614416" sldId="2147483769"/>
          </pc:sldLayoutMkLst>
        </pc:sldLayoutChg>
      </pc:sldMasterChg>
      <pc:sldMasterChg chg="add del addSldLayout delSldLayout modSldLayout">
        <pc:chgData name="Guest User" userId="4a1ea7f34b523fce" providerId="Windows Live" clId="Web-{FDDE89F8-057F-4CE6-B663-096436D754C0}" dt="2022-10-18T12:44:59.872" v="8"/>
        <pc:sldMasterMkLst>
          <pc:docMk/>
          <pc:sldMasterMk cId="3092088913" sldId="2147483770"/>
        </pc:sldMasterMkLst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4293823344" sldId="2147483771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2969824568" sldId="2147483772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640171425" sldId="2147483773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1476735419" sldId="2147483774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871278391" sldId="2147483775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721579297" sldId="2147483776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383651305" sldId="2147483777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2719911273" sldId="2147483778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2926910561" sldId="2147483779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1520835635" sldId="2147483780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1911156320" sldId="2147483781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972811562" sldId="2147483782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099175601" sldId="2147483783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204561412" sldId="2147483784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58197797" sldId="2147483785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200724393" sldId="2147483786"/>
          </pc:sldLayoutMkLst>
        </pc:sldLayoutChg>
        <pc:sldLayoutChg chg="add del mod replId">
          <pc:chgData name="Guest User" userId="4a1ea7f34b523fce" providerId="Windows Live" clId="Web-{FDDE89F8-057F-4CE6-B663-096436D754C0}" dt="2022-10-18T12:44:59.872" v="8"/>
          <pc:sldLayoutMkLst>
            <pc:docMk/>
            <pc:sldMasterMk cId="3092088913" sldId="2147483770"/>
            <pc:sldLayoutMk cId="3917256231" sldId="2147483787"/>
          </pc:sldLayoutMkLst>
        </pc:sldLayoutChg>
      </pc:sldMasterChg>
      <pc:sldMasterChg chg="add del addSldLayout delSldLayout modSldLayout">
        <pc:chgData name="Guest User" userId="4a1ea7f34b523fce" providerId="Windows Live" clId="Web-{FDDE89F8-057F-4CE6-B663-096436D754C0}" dt="2022-10-18T12:45:29.498" v="10"/>
        <pc:sldMasterMkLst>
          <pc:docMk/>
          <pc:sldMasterMk cId="2434204611" sldId="2147483788"/>
        </pc:sldMasterMkLst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902311657" sldId="2147483789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4073893489" sldId="2147483790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584918110" sldId="2147483791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4240980809" sldId="2147483792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838899237" sldId="2147483793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168922641" sldId="2147483794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706345033" sldId="2147483795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648336587" sldId="2147483796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1866237675" sldId="2147483797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2458613255" sldId="2147483798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1753672009" sldId="2147483799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544878582" sldId="2147483800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2623888595" sldId="2147483801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798273235" sldId="2147483802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268770331" sldId="2147483803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381465100" sldId="2147483804"/>
          </pc:sldLayoutMkLst>
        </pc:sldLayoutChg>
        <pc:sldLayoutChg chg="add del mod replId">
          <pc:chgData name="Guest User" userId="4a1ea7f34b523fce" providerId="Windows Live" clId="Web-{FDDE89F8-057F-4CE6-B663-096436D754C0}" dt="2022-10-18T12:45:29.498" v="10"/>
          <pc:sldLayoutMkLst>
            <pc:docMk/>
            <pc:sldMasterMk cId="2434204611" sldId="2147483788"/>
            <pc:sldLayoutMk cId="2993963093" sldId="2147483805"/>
          </pc:sldLayoutMkLst>
        </pc:sldLayoutChg>
      </pc:sldMasterChg>
      <pc:sldMasterChg chg="add del addSldLayout delSldLayout modSldLayout">
        <pc:chgData name="Guest User" userId="4a1ea7f34b523fce" providerId="Windows Live" clId="Web-{FDDE89F8-057F-4CE6-B663-096436D754C0}" dt="2022-10-18T12:47:45.129" v="31"/>
        <pc:sldMasterMkLst>
          <pc:docMk/>
          <pc:sldMasterMk cId="3748768587" sldId="2147483806"/>
        </pc:sldMasterMkLst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366292837" sldId="2147483807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533956979" sldId="2147483808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198250792" sldId="2147483809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263001542" sldId="2147483810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473071190" sldId="2147483811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523897666" sldId="2147483812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455179191" sldId="2147483813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532509653" sldId="2147483814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415135558" sldId="2147483815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3762650012" sldId="2147483816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544428722" sldId="2147483817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860146725" sldId="2147483818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392719666" sldId="2147483819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347702982" sldId="2147483820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2371663869" sldId="2147483821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1144370317" sldId="2147483822"/>
          </pc:sldLayoutMkLst>
        </pc:sldLayoutChg>
        <pc:sldLayoutChg chg="add del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3748768587" sldId="2147483806"/>
            <pc:sldLayoutMk cId="4121608441" sldId="2147483823"/>
          </pc:sldLayoutMkLst>
        </pc:sldLayoutChg>
      </pc:sldMasterChg>
      <pc:sldMasterChg chg="add addSldLayout modSldLayout">
        <pc:chgData name="Guest User" userId="4a1ea7f34b523fce" providerId="Windows Live" clId="Web-{FDDE89F8-057F-4CE6-B663-096436D754C0}" dt="2022-10-18T12:47:45.129" v="31"/>
        <pc:sldMasterMkLst>
          <pc:docMk/>
          <pc:sldMasterMk cId="4234814640" sldId="2147483824"/>
        </pc:sldMasterMkLst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1327945020" sldId="2147483825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011166357" sldId="2147483826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2656984983" sldId="2147483827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175698667" sldId="2147483828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2282619407" sldId="2147483829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091265179" sldId="2147483830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347597671" sldId="2147483831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2683035785" sldId="2147483832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272847339" sldId="2147483833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1865309904" sldId="2147483834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589758379" sldId="2147483835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874232017" sldId="2147483836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2760486460" sldId="2147483837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589507812" sldId="2147483838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2305693298" sldId="2147483839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3301133684" sldId="2147483840"/>
          </pc:sldLayoutMkLst>
        </pc:sldLayoutChg>
        <pc:sldLayoutChg chg="add mod replId">
          <pc:chgData name="Guest User" userId="4a1ea7f34b523fce" providerId="Windows Live" clId="Web-{FDDE89F8-057F-4CE6-B663-096436D754C0}" dt="2022-10-18T12:47:45.129" v="31"/>
          <pc:sldLayoutMkLst>
            <pc:docMk/>
            <pc:sldMasterMk cId="4234814640" sldId="2147483824"/>
            <pc:sldLayoutMk cId="151501380" sldId="2147483841"/>
          </pc:sldLayoutMkLst>
        </pc:sldLayoutChg>
      </pc:sldMasterChg>
    </pc:docChg>
  </pc:docChgLst>
</pc:chgInfo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8EB4CA-CA6C-42D1-9EF8-B88854D02CD0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DF867B-3F19-4407-A2C0-F18B8698CCD0}">
      <dgm:prSet/>
      <dgm:spPr/>
      <dgm:t>
        <a:bodyPr/>
        <a:lstStyle/>
        <a:p>
          <a:r>
            <a:rPr lang="en-US" b="1" i="1" dirty="0">
              <a:latin typeface="Calibri"/>
              <a:cs typeface="Calibri"/>
            </a:rPr>
            <a:t>The first column is the Search key that contains a copy of the primary key or candidate key of the table.</a:t>
          </a:r>
        </a:p>
      </dgm:t>
    </dgm:pt>
    <dgm:pt modelId="{B92E8F29-0FF2-432D-9F11-4546BD3174D6}" type="parTrans" cxnId="{A709F6EE-8939-4BD3-9DAC-F47614C869BF}">
      <dgm:prSet/>
      <dgm:spPr/>
      <dgm:t>
        <a:bodyPr/>
        <a:lstStyle/>
        <a:p>
          <a:endParaRPr lang="en-US"/>
        </a:p>
      </dgm:t>
    </dgm:pt>
    <dgm:pt modelId="{AFB7F552-CB79-423A-9030-045E68334379}" type="sibTrans" cxnId="{A709F6EE-8939-4BD3-9DAC-F47614C869BF}">
      <dgm:prSet/>
      <dgm:spPr/>
      <dgm:t>
        <a:bodyPr/>
        <a:lstStyle/>
        <a:p>
          <a:endParaRPr lang="en-US"/>
        </a:p>
      </dgm:t>
    </dgm:pt>
    <dgm:pt modelId="{CE1A51A1-429D-4CF3-AB46-D67917598D4A}">
      <dgm:prSet/>
      <dgm:spPr/>
      <dgm:t>
        <a:bodyPr/>
        <a:lstStyle/>
        <a:p>
          <a:r>
            <a:rPr lang="en-US" b="1" i="1" dirty="0">
              <a:latin typeface="Calibri"/>
              <a:cs typeface="Calibri"/>
            </a:rPr>
            <a:t>These values are stored in sorted order so that the corresponding data can be accessed quickly. </a:t>
          </a:r>
          <a:br>
            <a:rPr lang="en-US" b="1" i="1" dirty="0">
              <a:latin typeface="Calibri"/>
              <a:cs typeface="Calibri"/>
            </a:rPr>
          </a:br>
          <a:endParaRPr lang="en-US" b="1" i="1" dirty="0">
            <a:latin typeface="Calibri"/>
            <a:cs typeface="Calibri"/>
          </a:endParaRPr>
        </a:p>
      </dgm:t>
    </dgm:pt>
    <dgm:pt modelId="{829EDA6D-F253-4157-A026-CC69500A2375}" type="parTrans" cxnId="{270185E8-296F-4AAE-98B6-7CDBC97BCA8A}">
      <dgm:prSet/>
      <dgm:spPr/>
      <dgm:t>
        <a:bodyPr/>
        <a:lstStyle/>
        <a:p>
          <a:endParaRPr lang="en-US"/>
        </a:p>
      </dgm:t>
    </dgm:pt>
    <dgm:pt modelId="{B0921011-28F8-491E-BBA9-53DB77E22F90}" type="sibTrans" cxnId="{270185E8-296F-4AAE-98B6-7CDBC97BCA8A}">
      <dgm:prSet/>
      <dgm:spPr/>
      <dgm:t>
        <a:bodyPr/>
        <a:lstStyle/>
        <a:p>
          <a:endParaRPr lang="en-US"/>
        </a:p>
      </dgm:t>
    </dgm:pt>
    <dgm:pt modelId="{76B88C1B-07D3-4850-8A30-7AB359E70881}">
      <dgm:prSet/>
      <dgm:spPr/>
      <dgm:t>
        <a:bodyPr/>
        <a:lstStyle/>
        <a:p>
          <a:r>
            <a:rPr lang="en-US" b="1" i="1" dirty="0">
              <a:latin typeface="Calibri"/>
              <a:cs typeface="Calibri"/>
            </a:rPr>
            <a:t>Note: The data may or may not be stored in sorted order</a:t>
          </a:r>
        </a:p>
      </dgm:t>
    </dgm:pt>
    <dgm:pt modelId="{7D0E4730-EB0D-497B-90AA-F187782A2655}" type="parTrans" cxnId="{67A3D25D-66E9-4DF3-A0C7-9D4C8374DA32}">
      <dgm:prSet/>
      <dgm:spPr/>
      <dgm:t>
        <a:bodyPr/>
        <a:lstStyle/>
        <a:p>
          <a:endParaRPr lang="en-US"/>
        </a:p>
      </dgm:t>
    </dgm:pt>
    <dgm:pt modelId="{53CC6783-7CF8-4112-A3ED-49E24EE368A9}" type="sibTrans" cxnId="{67A3D25D-66E9-4DF3-A0C7-9D4C8374DA32}">
      <dgm:prSet/>
      <dgm:spPr/>
      <dgm:t>
        <a:bodyPr/>
        <a:lstStyle/>
        <a:p>
          <a:endParaRPr lang="en-US"/>
        </a:p>
      </dgm:t>
    </dgm:pt>
    <dgm:pt modelId="{91263708-675D-450F-82DF-F8155D4C5AEA}" type="pres">
      <dgm:prSet presAssocID="{BB8EB4CA-CA6C-42D1-9EF8-B88854D02CD0}" presName="vert0" presStyleCnt="0">
        <dgm:presLayoutVars>
          <dgm:dir/>
          <dgm:animOne val="branch"/>
          <dgm:animLvl val="lvl"/>
        </dgm:presLayoutVars>
      </dgm:prSet>
      <dgm:spPr/>
    </dgm:pt>
    <dgm:pt modelId="{F885F4A8-ACAD-40BB-8514-D3A77D719624}" type="pres">
      <dgm:prSet presAssocID="{3DDF867B-3F19-4407-A2C0-F18B8698CCD0}" presName="thickLine" presStyleLbl="alignNode1" presStyleIdx="0" presStyleCnt="3"/>
      <dgm:spPr/>
    </dgm:pt>
    <dgm:pt modelId="{DA17CC14-1E5A-47AD-84A9-3A27539583F4}" type="pres">
      <dgm:prSet presAssocID="{3DDF867B-3F19-4407-A2C0-F18B8698CCD0}" presName="horz1" presStyleCnt="0"/>
      <dgm:spPr/>
    </dgm:pt>
    <dgm:pt modelId="{8BCDC083-8725-4AE5-9551-76E216DF399C}" type="pres">
      <dgm:prSet presAssocID="{3DDF867B-3F19-4407-A2C0-F18B8698CCD0}" presName="tx1" presStyleLbl="revTx" presStyleIdx="0" presStyleCnt="3"/>
      <dgm:spPr/>
    </dgm:pt>
    <dgm:pt modelId="{2357B7BA-4A98-4BCD-9E9B-3775698733BE}" type="pres">
      <dgm:prSet presAssocID="{3DDF867B-3F19-4407-A2C0-F18B8698CCD0}" presName="vert1" presStyleCnt="0"/>
      <dgm:spPr/>
    </dgm:pt>
    <dgm:pt modelId="{D49608D7-E3D9-4A1B-969A-5F70D5FB70FC}" type="pres">
      <dgm:prSet presAssocID="{CE1A51A1-429D-4CF3-AB46-D67917598D4A}" presName="thickLine" presStyleLbl="alignNode1" presStyleIdx="1" presStyleCnt="3"/>
      <dgm:spPr/>
    </dgm:pt>
    <dgm:pt modelId="{0A47CA8D-1FED-41A1-B3F7-35A1E1E9E324}" type="pres">
      <dgm:prSet presAssocID="{CE1A51A1-429D-4CF3-AB46-D67917598D4A}" presName="horz1" presStyleCnt="0"/>
      <dgm:spPr/>
    </dgm:pt>
    <dgm:pt modelId="{B331AA74-525B-4B52-899C-7267CB744566}" type="pres">
      <dgm:prSet presAssocID="{CE1A51A1-429D-4CF3-AB46-D67917598D4A}" presName="tx1" presStyleLbl="revTx" presStyleIdx="1" presStyleCnt="3"/>
      <dgm:spPr/>
    </dgm:pt>
    <dgm:pt modelId="{9D397AFA-2822-4952-97F3-FA776F418C12}" type="pres">
      <dgm:prSet presAssocID="{CE1A51A1-429D-4CF3-AB46-D67917598D4A}" presName="vert1" presStyleCnt="0"/>
      <dgm:spPr/>
    </dgm:pt>
    <dgm:pt modelId="{D4AFEF59-6E5B-4CD4-881A-814029E8C782}" type="pres">
      <dgm:prSet presAssocID="{76B88C1B-07D3-4850-8A30-7AB359E70881}" presName="thickLine" presStyleLbl="alignNode1" presStyleIdx="2" presStyleCnt="3"/>
      <dgm:spPr/>
    </dgm:pt>
    <dgm:pt modelId="{13B2791C-0EC4-40D5-9057-8897C70620C1}" type="pres">
      <dgm:prSet presAssocID="{76B88C1B-07D3-4850-8A30-7AB359E70881}" presName="horz1" presStyleCnt="0"/>
      <dgm:spPr/>
    </dgm:pt>
    <dgm:pt modelId="{E30F9268-BDD5-4B25-AA88-A835C2EA9FA4}" type="pres">
      <dgm:prSet presAssocID="{76B88C1B-07D3-4850-8A30-7AB359E70881}" presName="tx1" presStyleLbl="revTx" presStyleIdx="2" presStyleCnt="3"/>
      <dgm:spPr/>
    </dgm:pt>
    <dgm:pt modelId="{D0A88561-A08A-442B-8502-577403922039}" type="pres">
      <dgm:prSet presAssocID="{76B88C1B-07D3-4850-8A30-7AB359E70881}" presName="vert1" presStyleCnt="0"/>
      <dgm:spPr/>
    </dgm:pt>
  </dgm:ptLst>
  <dgm:cxnLst>
    <dgm:cxn modelId="{21162711-9227-474C-A00D-7410B65ABD8C}" type="presOf" srcId="{BB8EB4CA-CA6C-42D1-9EF8-B88854D02CD0}" destId="{91263708-675D-450F-82DF-F8155D4C5AEA}" srcOrd="0" destOrd="0" presId="urn:microsoft.com/office/officeart/2008/layout/LinedList"/>
    <dgm:cxn modelId="{67A3D25D-66E9-4DF3-A0C7-9D4C8374DA32}" srcId="{BB8EB4CA-CA6C-42D1-9EF8-B88854D02CD0}" destId="{76B88C1B-07D3-4850-8A30-7AB359E70881}" srcOrd="2" destOrd="0" parTransId="{7D0E4730-EB0D-497B-90AA-F187782A2655}" sibTransId="{53CC6783-7CF8-4112-A3ED-49E24EE368A9}"/>
    <dgm:cxn modelId="{51F69958-DF65-4245-8271-155280EC783D}" type="presOf" srcId="{76B88C1B-07D3-4850-8A30-7AB359E70881}" destId="{E30F9268-BDD5-4B25-AA88-A835C2EA9FA4}" srcOrd="0" destOrd="0" presId="urn:microsoft.com/office/officeart/2008/layout/LinedList"/>
    <dgm:cxn modelId="{37056C94-BE85-4C08-8923-EC6B9708C93C}" type="presOf" srcId="{3DDF867B-3F19-4407-A2C0-F18B8698CCD0}" destId="{8BCDC083-8725-4AE5-9551-76E216DF399C}" srcOrd="0" destOrd="0" presId="urn:microsoft.com/office/officeart/2008/layout/LinedList"/>
    <dgm:cxn modelId="{270185E8-296F-4AAE-98B6-7CDBC97BCA8A}" srcId="{BB8EB4CA-CA6C-42D1-9EF8-B88854D02CD0}" destId="{CE1A51A1-429D-4CF3-AB46-D67917598D4A}" srcOrd="1" destOrd="0" parTransId="{829EDA6D-F253-4157-A026-CC69500A2375}" sibTransId="{B0921011-28F8-491E-BBA9-53DB77E22F90}"/>
    <dgm:cxn modelId="{A709F6EE-8939-4BD3-9DAC-F47614C869BF}" srcId="{BB8EB4CA-CA6C-42D1-9EF8-B88854D02CD0}" destId="{3DDF867B-3F19-4407-A2C0-F18B8698CCD0}" srcOrd="0" destOrd="0" parTransId="{B92E8F29-0FF2-432D-9F11-4546BD3174D6}" sibTransId="{AFB7F552-CB79-423A-9030-045E68334379}"/>
    <dgm:cxn modelId="{A073ABF6-3BDB-4BF3-8913-DD712B18A7B6}" type="presOf" srcId="{CE1A51A1-429D-4CF3-AB46-D67917598D4A}" destId="{B331AA74-525B-4B52-899C-7267CB744566}" srcOrd="0" destOrd="0" presId="urn:microsoft.com/office/officeart/2008/layout/LinedList"/>
    <dgm:cxn modelId="{BAEB9D19-266B-4596-AD52-68AE4BF3F565}" type="presParOf" srcId="{91263708-675D-450F-82DF-F8155D4C5AEA}" destId="{F885F4A8-ACAD-40BB-8514-D3A77D719624}" srcOrd="0" destOrd="0" presId="urn:microsoft.com/office/officeart/2008/layout/LinedList"/>
    <dgm:cxn modelId="{84F69542-F06D-4416-BB53-933BD561EF28}" type="presParOf" srcId="{91263708-675D-450F-82DF-F8155D4C5AEA}" destId="{DA17CC14-1E5A-47AD-84A9-3A27539583F4}" srcOrd="1" destOrd="0" presId="urn:microsoft.com/office/officeart/2008/layout/LinedList"/>
    <dgm:cxn modelId="{50B243AE-0FBC-4762-8B18-21673A73C02C}" type="presParOf" srcId="{DA17CC14-1E5A-47AD-84A9-3A27539583F4}" destId="{8BCDC083-8725-4AE5-9551-76E216DF399C}" srcOrd="0" destOrd="0" presId="urn:microsoft.com/office/officeart/2008/layout/LinedList"/>
    <dgm:cxn modelId="{C8DAB193-C065-4B24-A1E5-3E1AAE06C81C}" type="presParOf" srcId="{DA17CC14-1E5A-47AD-84A9-3A27539583F4}" destId="{2357B7BA-4A98-4BCD-9E9B-3775698733BE}" srcOrd="1" destOrd="0" presId="urn:microsoft.com/office/officeart/2008/layout/LinedList"/>
    <dgm:cxn modelId="{0414C2E9-82C0-4D3D-9051-EBD686D78FFD}" type="presParOf" srcId="{91263708-675D-450F-82DF-F8155D4C5AEA}" destId="{D49608D7-E3D9-4A1B-969A-5F70D5FB70FC}" srcOrd="2" destOrd="0" presId="urn:microsoft.com/office/officeart/2008/layout/LinedList"/>
    <dgm:cxn modelId="{6A900197-4DE4-48BC-98F0-714AF022053C}" type="presParOf" srcId="{91263708-675D-450F-82DF-F8155D4C5AEA}" destId="{0A47CA8D-1FED-41A1-B3F7-35A1E1E9E324}" srcOrd="3" destOrd="0" presId="urn:microsoft.com/office/officeart/2008/layout/LinedList"/>
    <dgm:cxn modelId="{55BA2924-0AE7-441A-9A82-FE5A4F0C7421}" type="presParOf" srcId="{0A47CA8D-1FED-41A1-B3F7-35A1E1E9E324}" destId="{B331AA74-525B-4B52-899C-7267CB744566}" srcOrd="0" destOrd="0" presId="urn:microsoft.com/office/officeart/2008/layout/LinedList"/>
    <dgm:cxn modelId="{C0E01561-A0F3-498B-8E4A-50BFD303FF89}" type="presParOf" srcId="{0A47CA8D-1FED-41A1-B3F7-35A1E1E9E324}" destId="{9D397AFA-2822-4952-97F3-FA776F418C12}" srcOrd="1" destOrd="0" presId="urn:microsoft.com/office/officeart/2008/layout/LinedList"/>
    <dgm:cxn modelId="{557E9B8F-BA9C-4AE8-9ADB-DDEBF635E94A}" type="presParOf" srcId="{91263708-675D-450F-82DF-F8155D4C5AEA}" destId="{D4AFEF59-6E5B-4CD4-881A-814029E8C782}" srcOrd="4" destOrd="0" presId="urn:microsoft.com/office/officeart/2008/layout/LinedList"/>
    <dgm:cxn modelId="{AEB041F8-3FBE-4F6E-80D5-4C570FF20F2D}" type="presParOf" srcId="{91263708-675D-450F-82DF-F8155D4C5AEA}" destId="{13B2791C-0EC4-40D5-9057-8897C70620C1}" srcOrd="5" destOrd="0" presId="urn:microsoft.com/office/officeart/2008/layout/LinedList"/>
    <dgm:cxn modelId="{E19D537D-7D59-4856-AD90-1DD79E28C8BD}" type="presParOf" srcId="{13B2791C-0EC4-40D5-9057-8897C70620C1}" destId="{E30F9268-BDD5-4B25-AA88-A835C2EA9FA4}" srcOrd="0" destOrd="0" presId="urn:microsoft.com/office/officeart/2008/layout/LinedList"/>
    <dgm:cxn modelId="{934CFB69-BE1E-48AD-97B8-FFA34294E6BF}" type="presParOf" srcId="{13B2791C-0EC4-40D5-9057-8897C70620C1}" destId="{D0A88561-A08A-442B-8502-5774039220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673097-E5D8-4A72-8EFF-7233483118A8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9275DB0-8328-4076-8FB6-9E98517248F8}">
      <dgm:prSet/>
      <dgm:spPr/>
      <dgm:t>
        <a:bodyPr/>
        <a:lstStyle/>
        <a:p>
          <a:r>
            <a:rPr lang="en-US"/>
            <a:t>In dense index, </a:t>
          </a:r>
          <a:r>
            <a:rPr lang="en-US" b="1"/>
            <a:t>there is an index record for every search key value in the database</a:t>
          </a:r>
          <a:r>
            <a:rPr lang="en-US"/>
            <a:t>. </a:t>
          </a:r>
        </a:p>
      </dgm:t>
    </dgm:pt>
    <dgm:pt modelId="{572F236B-B421-4B57-B931-279B217E1746}" type="parTrans" cxnId="{EAA82709-2502-4FE6-944A-037B9CC1304E}">
      <dgm:prSet/>
      <dgm:spPr/>
      <dgm:t>
        <a:bodyPr/>
        <a:lstStyle/>
        <a:p>
          <a:endParaRPr lang="en-US"/>
        </a:p>
      </dgm:t>
    </dgm:pt>
    <dgm:pt modelId="{EDF981C2-E7EC-44C9-AC30-2B1AF0E2655B}" type="sibTrans" cxnId="{EAA82709-2502-4FE6-944A-037B9CC1304E}">
      <dgm:prSet/>
      <dgm:spPr/>
      <dgm:t>
        <a:bodyPr/>
        <a:lstStyle/>
        <a:p>
          <a:endParaRPr lang="en-US"/>
        </a:p>
      </dgm:t>
    </dgm:pt>
    <dgm:pt modelId="{2085D1A4-1DC7-4397-9432-4F915840827B}">
      <dgm:prSet/>
      <dgm:spPr/>
      <dgm:t>
        <a:bodyPr/>
        <a:lstStyle/>
        <a:p>
          <a:r>
            <a:rPr lang="en-US"/>
            <a:t>This makes searching faster but requires more space to store index records itself.</a:t>
          </a:r>
        </a:p>
      </dgm:t>
    </dgm:pt>
    <dgm:pt modelId="{5508021C-F8DA-4483-8051-AC94394D04A8}" type="parTrans" cxnId="{226D84ED-ABBF-4FC5-8627-8F050203AEDB}">
      <dgm:prSet/>
      <dgm:spPr/>
      <dgm:t>
        <a:bodyPr/>
        <a:lstStyle/>
        <a:p>
          <a:endParaRPr lang="en-US"/>
        </a:p>
      </dgm:t>
    </dgm:pt>
    <dgm:pt modelId="{3BFFEC9F-EF02-4AF2-85A7-A2DEF7A4715A}" type="sibTrans" cxnId="{226D84ED-ABBF-4FC5-8627-8F050203AEDB}">
      <dgm:prSet/>
      <dgm:spPr/>
      <dgm:t>
        <a:bodyPr/>
        <a:lstStyle/>
        <a:p>
          <a:endParaRPr lang="en-US"/>
        </a:p>
      </dgm:t>
    </dgm:pt>
    <dgm:pt modelId="{A6460922-D89B-4FB6-8DED-304FB1FD8F1E}">
      <dgm:prSet/>
      <dgm:spPr/>
      <dgm:t>
        <a:bodyPr/>
        <a:lstStyle/>
        <a:p>
          <a:r>
            <a:rPr lang="en-US"/>
            <a:t>Index records contain search key value and a pointer to the actual record on the disk.</a:t>
          </a:r>
        </a:p>
      </dgm:t>
    </dgm:pt>
    <dgm:pt modelId="{66ABBBD7-8D4D-4034-B0E9-79509D50DA00}" type="parTrans" cxnId="{BEBA51EC-C58E-40C1-AD8C-624EE5B4D54A}">
      <dgm:prSet/>
      <dgm:spPr/>
      <dgm:t>
        <a:bodyPr/>
        <a:lstStyle/>
        <a:p>
          <a:endParaRPr lang="en-US"/>
        </a:p>
      </dgm:t>
    </dgm:pt>
    <dgm:pt modelId="{02909435-BB83-4740-906F-BC8D3B0285D2}" type="sibTrans" cxnId="{BEBA51EC-C58E-40C1-AD8C-624EE5B4D54A}">
      <dgm:prSet/>
      <dgm:spPr/>
      <dgm:t>
        <a:bodyPr/>
        <a:lstStyle/>
        <a:p>
          <a:endParaRPr lang="en-US"/>
        </a:p>
      </dgm:t>
    </dgm:pt>
    <dgm:pt modelId="{478B20B1-0158-45DA-A2A3-232C5F3E90B2}" type="pres">
      <dgm:prSet presAssocID="{79673097-E5D8-4A72-8EFF-7233483118A8}" presName="vert0" presStyleCnt="0">
        <dgm:presLayoutVars>
          <dgm:dir/>
          <dgm:animOne val="branch"/>
          <dgm:animLvl val="lvl"/>
        </dgm:presLayoutVars>
      </dgm:prSet>
      <dgm:spPr/>
    </dgm:pt>
    <dgm:pt modelId="{DBBADDCC-D3A1-479E-8812-AA3D9B4DE02E}" type="pres">
      <dgm:prSet presAssocID="{F9275DB0-8328-4076-8FB6-9E98517248F8}" presName="thickLine" presStyleLbl="alignNode1" presStyleIdx="0" presStyleCnt="3"/>
      <dgm:spPr/>
    </dgm:pt>
    <dgm:pt modelId="{AB5356B4-5E97-4A12-AAB6-3A462254D655}" type="pres">
      <dgm:prSet presAssocID="{F9275DB0-8328-4076-8FB6-9E98517248F8}" presName="horz1" presStyleCnt="0"/>
      <dgm:spPr/>
    </dgm:pt>
    <dgm:pt modelId="{13F0DBCD-4935-4512-938A-F9D58856A939}" type="pres">
      <dgm:prSet presAssocID="{F9275DB0-8328-4076-8FB6-9E98517248F8}" presName="tx1" presStyleLbl="revTx" presStyleIdx="0" presStyleCnt="3"/>
      <dgm:spPr/>
    </dgm:pt>
    <dgm:pt modelId="{5F4DCA7D-65A4-4349-B281-8AE6D17C7B94}" type="pres">
      <dgm:prSet presAssocID="{F9275DB0-8328-4076-8FB6-9E98517248F8}" presName="vert1" presStyleCnt="0"/>
      <dgm:spPr/>
    </dgm:pt>
    <dgm:pt modelId="{36BCC824-5C2D-49C3-B21B-6E5907A938B0}" type="pres">
      <dgm:prSet presAssocID="{2085D1A4-1DC7-4397-9432-4F915840827B}" presName="thickLine" presStyleLbl="alignNode1" presStyleIdx="1" presStyleCnt="3"/>
      <dgm:spPr/>
    </dgm:pt>
    <dgm:pt modelId="{B6C53E30-B1F6-41C9-8E64-049F3BACD215}" type="pres">
      <dgm:prSet presAssocID="{2085D1A4-1DC7-4397-9432-4F915840827B}" presName="horz1" presStyleCnt="0"/>
      <dgm:spPr/>
    </dgm:pt>
    <dgm:pt modelId="{AA3703B1-9498-44EE-8D2C-326D1567A445}" type="pres">
      <dgm:prSet presAssocID="{2085D1A4-1DC7-4397-9432-4F915840827B}" presName="tx1" presStyleLbl="revTx" presStyleIdx="1" presStyleCnt="3"/>
      <dgm:spPr/>
    </dgm:pt>
    <dgm:pt modelId="{46CABF58-69B9-43BD-B88A-4F240A182A4A}" type="pres">
      <dgm:prSet presAssocID="{2085D1A4-1DC7-4397-9432-4F915840827B}" presName="vert1" presStyleCnt="0"/>
      <dgm:spPr/>
    </dgm:pt>
    <dgm:pt modelId="{CD7B35DF-EAA7-4190-9511-09F4286C981E}" type="pres">
      <dgm:prSet presAssocID="{A6460922-D89B-4FB6-8DED-304FB1FD8F1E}" presName="thickLine" presStyleLbl="alignNode1" presStyleIdx="2" presStyleCnt="3"/>
      <dgm:spPr/>
    </dgm:pt>
    <dgm:pt modelId="{C0EB5803-44F2-4CDB-9231-6B2361836D78}" type="pres">
      <dgm:prSet presAssocID="{A6460922-D89B-4FB6-8DED-304FB1FD8F1E}" presName="horz1" presStyleCnt="0"/>
      <dgm:spPr/>
    </dgm:pt>
    <dgm:pt modelId="{18569B32-1B60-4F2D-B084-EC9C7B3BF490}" type="pres">
      <dgm:prSet presAssocID="{A6460922-D89B-4FB6-8DED-304FB1FD8F1E}" presName="tx1" presStyleLbl="revTx" presStyleIdx="2" presStyleCnt="3"/>
      <dgm:spPr/>
    </dgm:pt>
    <dgm:pt modelId="{CB222354-EFB3-48C0-9967-1296EBF97B2F}" type="pres">
      <dgm:prSet presAssocID="{A6460922-D89B-4FB6-8DED-304FB1FD8F1E}" presName="vert1" presStyleCnt="0"/>
      <dgm:spPr/>
    </dgm:pt>
  </dgm:ptLst>
  <dgm:cxnLst>
    <dgm:cxn modelId="{EAA82709-2502-4FE6-944A-037B9CC1304E}" srcId="{79673097-E5D8-4A72-8EFF-7233483118A8}" destId="{F9275DB0-8328-4076-8FB6-9E98517248F8}" srcOrd="0" destOrd="0" parTransId="{572F236B-B421-4B57-B931-279B217E1746}" sibTransId="{EDF981C2-E7EC-44C9-AC30-2B1AF0E2655B}"/>
    <dgm:cxn modelId="{30750E22-038D-45E3-8A64-322EAE41F3DF}" type="presOf" srcId="{A6460922-D89B-4FB6-8DED-304FB1FD8F1E}" destId="{18569B32-1B60-4F2D-B084-EC9C7B3BF490}" srcOrd="0" destOrd="0" presId="urn:microsoft.com/office/officeart/2008/layout/LinedList"/>
    <dgm:cxn modelId="{8C6A2133-6A75-42C9-BC32-8F51725813A6}" type="presOf" srcId="{2085D1A4-1DC7-4397-9432-4F915840827B}" destId="{AA3703B1-9498-44EE-8D2C-326D1567A445}" srcOrd="0" destOrd="0" presId="urn:microsoft.com/office/officeart/2008/layout/LinedList"/>
    <dgm:cxn modelId="{61519934-09E3-43CC-81B2-D3200BBF3395}" type="presOf" srcId="{F9275DB0-8328-4076-8FB6-9E98517248F8}" destId="{13F0DBCD-4935-4512-938A-F9D58856A939}" srcOrd="0" destOrd="0" presId="urn:microsoft.com/office/officeart/2008/layout/LinedList"/>
    <dgm:cxn modelId="{DB76A4E2-F609-482D-82CB-EA4311018D35}" type="presOf" srcId="{79673097-E5D8-4A72-8EFF-7233483118A8}" destId="{478B20B1-0158-45DA-A2A3-232C5F3E90B2}" srcOrd="0" destOrd="0" presId="urn:microsoft.com/office/officeart/2008/layout/LinedList"/>
    <dgm:cxn modelId="{BEBA51EC-C58E-40C1-AD8C-624EE5B4D54A}" srcId="{79673097-E5D8-4A72-8EFF-7233483118A8}" destId="{A6460922-D89B-4FB6-8DED-304FB1FD8F1E}" srcOrd="2" destOrd="0" parTransId="{66ABBBD7-8D4D-4034-B0E9-79509D50DA00}" sibTransId="{02909435-BB83-4740-906F-BC8D3B0285D2}"/>
    <dgm:cxn modelId="{226D84ED-ABBF-4FC5-8627-8F050203AEDB}" srcId="{79673097-E5D8-4A72-8EFF-7233483118A8}" destId="{2085D1A4-1DC7-4397-9432-4F915840827B}" srcOrd="1" destOrd="0" parTransId="{5508021C-F8DA-4483-8051-AC94394D04A8}" sibTransId="{3BFFEC9F-EF02-4AF2-85A7-A2DEF7A4715A}"/>
    <dgm:cxn modelId="{4A566409-FE86-4921-AAB4-C56D3821548F}" type="presParOf" srcId="{478B20B1-0158-45DA-A2A3-232C5F3E90B2}" destId="{DBBADDCC-D3A1-479E-8812-AA3D9B4DE02E}" srcOrd="0" destOrd="0" presId="urn:microsoft.com/office/officeart/2008/layout/LinedList"/>
    <dgm:cxn modelId="{77B0DC15-D7F8-4048-8E60-104B54F9F758}" type="presParOf" srcId="{478B20B1-0158-45DA-A2A3-232C5F3E90B2}" destId="{AB5356B4-5E97-4A12-AAB6-3A462254D655}" srcOrd="1" destOrd="0" presId="urn:microsoft.com/office/officeart/2008/layout/LinedList"/>
    <dgm:cxn modelId="{DC5352B4-7DD2-4118-BD9C-3340A4326142}" type="presParOf" srcId="{AB5356B4-5E97-4A12-AAB6-3A462254D655}" destId="{13F0DBCD-4935-4512-938A-F9D58856A939}" srcOrd="0" destOrd="0" presId="urn:microsoft.com/office/officeart/2008/layout/LinedList"/>
    <dgm:cxn modelId="{1876166C-B374-4254-BD1B-AB86A2E258AA}" type="presParOf" srcId="{AB5356B4-5E97-4A12-AAB6-3A462254D655}" destId="{5F4DCA7D-65A4-4349-B281-8AE6D17C7B94}" srcOrd="1" destOrd="0" presId="urn:microsoft.com/office/officeart/2008/layout/LinedList"/>
    <dgm:cxn modelId="{3BD0C7E3-FE2C-4DA8-86E3-AC1F91FD8864}" type="presParOf" srcId="{478B20B1-0158-45DA-A2A3-232C5F3E90B2}" destId="{36BCC824-5C2D-49C3-B21B-6E5907A938B0}" srcOrd="2" destOrd="0" presId="urn:microsoft.com/office/officeart/2008/layout/LinedList"/>
    <dgm:cxn modelId="{C71FB24F-ABFC-4B59-9E52-91C331B520BD}" type="presParOf" srcId="{478B20B1-0158-45DA-A2A3-232C5F3E90B2}" destId="{B6C53E30-B1F6-41C9-8E64-049F3BACD215}" srcOrd="3" destOrd="0" presId="urn:microsoft.com/office/officeart/2008/layout/LinedList"/>
    <dgm:cxn modelId="{7231D703-D57C-444C-85FA-FED4C6CAE51A}" type="presParOf" srcId="{B6C53E30-B1F6-41C9-8E64-049F3BACD215}" destId="{AA3703B1-9498-44EE-8D2C-326D1567A445}" srcOrd="0" destOrd="0" presId="urn:microsoft.com/office/officeart/2008/layout/LinedList"/>
    <dgm:cxn modelId="{A814B07F-1298-4C9D-9986-00DDCDE2D69B}" type="presParOf" srcId="{B6C53E30-B1F6-41C9-8E64-049F3BACD215}" destId="{46CABF58-69B9-43BD-B88A-4F240A182A4A}" srcOrd="1" destOrd="0" presId="urn:microsoft.com/office/officeart/2008/layout/LinedList"/>
    <dgm:cxn modelId="{9728A7B4-D9F8-4788-B0C4-BA88C4D77DB1}" type="presParOf" srcId="{478B20B1-0158-45DA-A2A3-232C5F3E90B2}" destId="{CD7B35DF-EAA7-4190-9511-09F4286C981E}" srcOrd="4" destOrd="0" presId="urn:microsoft.com/office/officeart/2008/layout/LinedList"/>
    <dgm:cxn modelId="{2B7A885D-A024-4B09-BFF1-9ED96C31FD56}" type="presParOf" srcId="{478B20B1-0158-45DA-A2A3-232C5F3E90B2}" destId="{C0EB5803-44F2-4CDB-9231-6B2361836D78}" srcOrd="5" destOrd="0" presId="urn:microsoft.com/office/officeart/2008/layout/LinedList"/>
    <dgm:cxn modelId="{F8DCC128-89C8-4DF7-BAC8-893ABA385442}" type="presParOf" srcId="{C0EB5803-44F2-4CDB-9231-6B2361836D78}" destId="{18569B32-1B60-4F2D-B084-EC9C7B3BF490}" srcOrd="0" destOrd="0" presId="urn:microsoft.com/office/officeart/2008/layout/LinedList"/>
    <dgm:cxn modelId="{F9F0CF78-ACBD-405C-8400-91F6046FB5F6}" type="presParOf" srcId="{C0EB5803-44F2-4CDB-9231-6B2361836D78}" destId="{CB222354-EFB3-48C0-9967-1296EBF97B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5F4A8-ACAD-40BB-8514-D3A77D719624}">
      <dsp:nvSpPr>
        <dsp:cNvPr id="0" name=""/>
        <dsp:cNvSpPr/>
      </dsp:nvSpPr>
      <dsp:spPr>
        <a:xfrm>
          <a:off x="0" y="2562"/>
          <a:ext cx="6977361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CDC083-8725-4AE5-9551-76E216DF399C}">
      <dsp:nvSpPr>
        <dsp:cNvPr id="0" name=""/>
        <dsp:cNvSpPr/>
      </dsp:nvSpPr>
      <dsp:spPr>
        <a:xfrm>
          <a:off x="0" y="2562"/>
          <a:ext cx="6977361" cy="1747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>
              <a:latin typeface="Calibri"/>
              <a:cs typeface="Calibri"/>
            </a:rPr>
            <a:t>The first column is the Search key that contains a copy of the primary key or candidate key of the table.</a:t>
          </a:r>
        </a:p>
      </dsp:txBody>
      <dsp:txXfrm>
        <a:off x="0" y="2562"/>
        <a:ext cx="6977361" cy="1747716"/>
      </dsp:txXfrm>
    </dsp:sp>
    <dsp:sp modelId="{D49608D7-E3D9-4A1B-969A-5F70D5FB70FC}">
      <dsp:nvSpPr>
        <dsp:cNvPr id="0" name=""/>
        <dsp:cNvSpPr/>
      </dsp:nvSpPr>
      <dsp:spPr>
        <a:xfrm>
          <a:off x="0" y="1750279"/>
          <a:ext cx="6977361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496582"/>
                <a:satOff val="288"/>
                <a:lumOff val="2843"/>
                <a:alphaOff val="0"/>
                <a:shade val="74000"/>
                <a:satMod val="130000"/>
                <a:lumMod val="90000"/>
              </a:schemeClr>
              <a:schemeClr val="accent5">
                <a:hueOff val="496582"/>
                <a:satOff val="288"/>
                <a:lumOff val="2843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496582"/>
              <a:satOff val="288"/>
              <a:lumOff val="2843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31AA74-525B-4B52-899C-7267CB744566}">
      <dsp:nvSpPr>
        <dsp:cNvPr id="0" name=""/>
        <dsp:cNvSpPr/>
      </dsp:nvSpPr>
      <dsp:spPr>
        <a:xfrm>
          <a:off x="0" y="1750279"/>
          <a:ext cx="6977361" cy="1747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>
              <a:latin typeface="Calibri"/>
              <a:cs typeface="Calibri"/>
            </a:rPr>
            <a:t>These values are stored in sorted order so that the corresponding data can be accessed quickly. </a:t>
          </a:r>
          <a:br>
            <a:rPr lang="en-US" sz="2700" b="1" i="1" kern="1200" dirty="0">
              <a:latin typeface="Calibri"/>
              <a:cs typeface="Calibri"/>
            </a:rPr>
          </a:br>
          <a:endParaRPr lang="en-US" sz="2700" b="1" i="1" kern="1200" dirty="0">
            <a:latin typeface="Calibri"/>
            <a:cs typeface="Calibri"/>
          </a:endParaRPr>
        </a:p>
      </dsp:txBody>
      <dsp:txXfrm>
        <a:off x="0" y="1750279"/>
        <a:ext cx="6977361" cy="1747716"/>
      </dsp:txXfrm>
    </dsp:sp>
    <dsp:sp modelId="{D4AFEF59-6E5B-4CD4-881A-814029E8C782}">
      <dsp:nvSpPr>
        <dsp:cNvPr id="0" name=""/>
        <dsp:cNvSpPr/>
      </dsp:nvSpPr>
      <dsp:spPr>
        <a:xfrm>
          <a:off x="0" y="3497995"/>
          <a:ext cx="6977361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993165"/>
                <a:satOff val="576"/>
                <a:lumOff val="5686"/>
                <a:alphaOff val="0"/>
                <a:shade val="74000"/>
                <a:satMod val="130000"/>
                <a:lumMod val="90000"/>
              </a:schemeClr>
              <a:schemeClr val="accent5">
                <a:hueOff val="993165"/>
                <a:satOff val="576"/>
                <a:lumOff val="568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993165"/>
              <a:satOff val="576"/>
              <a:lumOff val="5686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0F9268-BDD5-4B25-AA88-A835C2EA9FA4}">
      <dsp:nvSpPr>
        <dsp:cNvPr id="0" name=""/>
        <dsp:cNvSpPr/>
      </dsp:nvSpPr>
      <dsp:spPr>
        <a:xfrm>
          <a:off x="0" y="3497995"/>
          <a:ext cx="6977361" cy="1747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>
              <a:latin typeface="Calibri"/>
              <a:cs typeface="Calibri"/>
            </a:rPr>
            <a:t>Note: The data may or may not be stored in sorted order</a:t>
          </a:r>
        </a:p>
      </dsp:txBody>
      <dsp:txXfrm>
        <a:off x="0" y="3497995"/>
        <a:ext cx="6977361" cy="1747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ADDCC-D3A1-479E-8812-AA3D9B4DE02E}">
      <dsp:nvSpPr>
        <dsp:cNvPr id="0" name=""/>
        <dsp:cNvSpPr/>
      </dsp:nvSpPr>
      <dsp:spPr>
        <a:xfrm>
          <a:off x="0" y="2562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F0DBCD-4935-4512-938A-F9D58856A939}">
      <dsp:nvSpPr>
        <dsp:cNvPr id="0" name=""/>
        <dsp:cNvSpPr/>
      </dsp:nvSpPr>
      <dsp:spPr>
        <a:xfrm>
          <a:off x="0" y="2562"/>
          <a:ext cx="5914209" cy="1747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 dense index, </a:t>
          </a:r>
          <a:r>
            <a:rPr lang="en-US" sz="3600" b="1" kern="1200"/>
            <a:t>there is an index record for every search key value in the database</a:t>
          </a:r>
          <a:r>
            <a:rPr lang="en-US" sz="3600" kern="1200"/>
            <a:t>. </a:t>
          </a:r>
        </a:p>
      </dsp:txBody>
      <dsp:txXfrm>
        <a:off x="0" y="2562"/>
        <a:ext cx="5914209" cy="1747843"/>
      </dsp:txXfrm>
    </dsp:sp>
    <dsp:sp modelId="{36BCC824-5C2D-49C3-B21B-6E5907A938B0}">
      <dsp:nvSpPr>
        <dsp:cNvPr id="0" name=""/>
        <dsp:cNvSpPr/>
      </dsp:nvSpPr>
      <dsp:spPr>
        <a:xfrm>
          <a:off x="0" y="1750406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496582"/>
                <a:satOff val="288"/>
                <a:lumOff val="2843"/>
                <a:alphaOff val="0"/>
                <a:shade val="74000"/>
                <a:satMod val="130000"/>
                <a:lumMod val="90000"/>
              </a:schemeClr>
              <a:schemeClr val="accent5">
                <a:hueOff val="496582"/>
                <a:satOff val="288"/>
                <a:lumOff val="2843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496582"/>
              <a:satOff val="288"/>
              <a:lumOff val="2843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3703B1-9498-44EE-8D2C-326D1567A445}">
      <dsp:nvSpPr>
        <dsp:cNvPr id="0" name=""/>
        <dsp:cNvSpPr/>
      </dsp:nvSpPr>
      <dsp:spPr>
        <a:xfrm>
          <a:off x="0" y="1750406"/>
          <a:ext cx="5914209" cy="1747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This makes searching faster but requires more space to store index records itself.</a:t>
          </a:r>
        </a:p>
      </dsp:txBody>
      <dsp:txXfrm>
        <a:off x="0" y="1750406"/>
        <a:ext cx="5914209" cy="1747843"/>
      </dsp:txXfrm>
    </dsp:sp>
    <dsp:sp modelId="{CD7B35DF-EAA7-4190-9511-09F4286C981E}">
      <dsp:nvSpPr>
        <dsp:cNvPr id="0" name=""/>
        <dsp:cNvSpPr/>
      </dsp:nvSpPr>
      <dsp:spPr>
        <a:xfrm>
          <a:off x="0" y="3498250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993165"/>
                <a:satOff val="576"/>
                <a:lumOff val="5686"/>
                <a:alphaOff val="0"/>
                <a:shade val="74000"/>
                <a:satMod val="130000"/>
                <a:lumMod val="90000"/>
              </a:schemeClr>
              <a:schemeClr val="accent5">
                <a:hueOff val="993165"/>
                <a:satOff val="576"/>
                <a:lumOff val="568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993165"/>
              <a:satOff val="576"/>
              <a:lumOff val="5686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569B32-1B60-4F2D-B084-EC9C7B3BF490}">
      <dsp:nvSpPr>
        <dsp:cNvPr id="0" name=""/>
        <dsp:cNvSpPr/>
      </dsp:nvSpPr>
      <dsp:spPr>
        <a:xfrm>
          <a:off x="0" y="3498250"/>
          <a:ext cx="5914209" cy="1747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Index records contain search key value and a pointer to the actual record on the disk.</a:t>
          </a:r>
        </a:p>
      </dsp:txBody>
      <dsp:txXfrm>
        <a:off x="0" y="3498250"/>
        <a:ext cx="5914209" cy="1747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29T15:48:0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1238 4911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29T15:48:09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7927 3874 16383 0 0,'0'0'0'0'0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94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98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9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1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265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59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03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4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0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75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23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86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07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693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13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1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5.png"/><Relationship Id="rId7" Type="http://schemas.openxmlformats.org/officeDocument/2006/relationships/diagramData" Target="../diagrams/data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46A92-0221-BA5C-BA99-BC0753C2C067}"/>
              </a:ext>
            </a:extLst>
          </p:cNvPr>
          <p:cNvSpPr txBox="1"/>
          <p:nvPr/>
        </p:nvSpPr>
        <p:spPr>
          <a:xfrm>
            <a:off x="1773050" y="150112"/>
            <a:ext cx="990006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1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UNIT 4 :  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IMPLEMENTATION TECHNIQUES</a:t>
            </a:r>
            <a:endParaRPr lang="en-US" b="1" i="1" dirty="0">
              <a:solidFill>
                <a:schemeClr val="accent1">
                  <a:lumMod val="7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2A6C4E-B388-3945-E4C8-C7FA8581F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180" y="2433289"/>
            <a:ext cx="8399539" cy="1646302"/>
          </a:xfrm>
        </p:spPr>
        <p:txBody>
          <a:bodyPr/>
          <a:lstStyle/>
          <a:p>
            <a:r>
              <a:rPr lang="en-US" b="1" i="1" dirty="0">
                <a:cs typeface="Calibri Light"/>
              </a:rPr>
              <a:t>      </a:t>
            </a:r>
            <a:r>
              <a:rPr lang="en-US" sz="9600" b="1" i="1" dirty="0">
                <a:solidFill>
                  <a:schemeClr val="accent1">
                    <a:lumMod val="60000"/>
                    <a:lumOff val="40000"/>
                  </a:schemeClr>
                </a:solidFill>
                <a:cs typeface="Calibri Light"/>
              </a:rPr>
              <a:t> INDEXING</a:t>
            </a:r>
            <a:endParaRPr lang="en-US" sz="9600" b="1" i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F35875E-5FE0-E307-A42B-E10267333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5062AE-5087-BCE2-0478-611E36675D8E}"/>
                  </a:ext>
                </a:extLst>
              </p14:cNvPr>
              <p14:cNvContentPartPr/>
              <p14:nvPr/>
            </p14:nvContentPartPr>
            <p14:xfrm>
              <a:off x="847224" y="4351421"/>
              <a:ext cx="25065" cy="2506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5062AE-5087-BCE2-0478-611E36675D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06026" y="3123236"/>
                <a:ext cx="2506500" cy="2506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5691D2-FAE9-27A3-77DD-823717FCC1F0}"/>
                  </a:ext>
                </a:extLst>
              </p14:cNvPr>
              <p14:cNvContentPartPr/>
              <p14:nvPr/>
            </p14:nvContentPartPr>
            <p14:xfrm>
              <a:off x="7183856" y="3368842"/>
              <a:ext cx="25065" cy="25065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5691D2-FAE9-27A3-77DD-823717FCC1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5671" y="2140657"/>
                <a:ext cx="2506500" cy="2506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9E27D-4533-07D1-05BC-F411DF70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Indexing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1D3C-FAF4-B651-631B-83D21F23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6428082" cy="554974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Indexing in DBMS is a technique that uses data structures to optimize the searching time of a database query.</a:t>
            </a:r>
            <a:endParaRPr lang="en-US" sz="3200">
              <a:ea typeface="+mn-lt"/>
              <a:cs typeface="+mn-lt"/>
            </a:endParaRPr>
          </a:p>
          <a:p>
            <a:pPr>
              <a:buSzPct val="114999"/>
            </a:pPr>
            <a:r>
              <a:rPr lang="en-US" sz="3200" b="1" dirty="0">
                <a:ea typeface="+mn-lt"/>
                <a:cs typeface="+mn-lt"/>
              </a:rPr>
              <a:t> It helps in faster query results and quick data retrieval from the database.</a:t>
            </a:r>
            <a:endParaRPr lang="en-US" sz="3200" dirty="0">
              <a:ea typeface="+mn-lt"/>
              <a:cs typeface="+mn-lt"/>
            </a:endParaRPr>
          </a:p>
          <a:p>
            <a:pPr>
              <a:buSzPct val="114999"/>
            </a:pPr>
            <a:r>
              <a:rPr lang="en-US" sz="3200" b="1" dirty="0">
                <a:ea typeface="+mn-lt"/>
                <a:cs typeface="+mn-lt"/>
              </a:rPr>
              <a:t>It also consumes lesser space in the main memory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71896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3B65-5B0E-5B21-EF5F-ABE0292E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Structure of indexing in database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BF3654F-DB2E-13A8-DFF4-DAE40A98B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034403"/>
              </p:ext>
            </p:extLst>
          </p:nvPr>
        </p:nvGraphicFramePr>
        <p:xfrm>
          <a:off x="3824377" y="2832339"/>
          <a:ext cx="418264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321">
                  <a:extLst>
                    <a:ext uri="{9D8B030D-6E8A-4147-A177-3AD203B41FA5}">
                      <a16:colId xmlns:a16="http://schemas.microsoft.com/office/drawing/2014/main" val="4026124350"/>
                    </a:ext>
                  </a:extLst>
                </a:gridCol>
                <a:gridCol w="2091321">
                  <a:extLst>
                    <a:ext uri="{9D8B030D-6E8A-4147-A177-3AD203B41FA5}">
                      <a16:colId xmlns:a16="http://schemas.microsoft.com/office/drawing/2014/main" val="1086145399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1" dirty="0"/>
                        <a:t>Search</a:t>
                      </a:r>
                    </a:p>
                    <a:p>
                      <a:pPr lvl="0">
                        <a:buNone/>
                      </a:pPr>
                      <a:r>
                        <a:rPr lang="en-US" sz="3600" b="1" dirty="0"/>
                        <a:t>key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Data reference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649127"/>
                  </a:ext>
                </a:extLst>
              </a:tr>
            </a:tbl>
          </a:graphicData>
        </a:graphic>
      </p:graphicFrame>
      <p:sp>
        <p:nvSpPr>
          <p:cNvPr id="287" name="Arrow: Curved Right 286">
            <a:extLst>
              <a:ext uri="{FF2B5EF4-FFF2-40B4-BE49-F238E27FC236}">
                <a16:creationId xmlns:a16="http://schemas.microsoft.com/office/drawing/2014/main" id="{1C487BFC-EA78-9E3C-14FA-1C1957250C5A}"/>
              </a:ext>
            </a:extLst>
          </p:cNvPr>
          <p:cNvSpPr/>
          <p:nvPr/>
        </p:nvSpPr>
        <p:spPr>
          <a:xfrm>
            <a:off x="2032563" y="3192039"/>
            <a:ext cx="1653394" cy="254479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8" name="Arrow: Curved Left 287">
            <a:extLst>
              <a:ext uri="{FF2B5EF4-FFF2-40B4-BE49-F238E27FC236}">
                <a16:creationId xmlns:a16="http://schemas.microsoft.com/office/drawing/2014/main" id="{EEBB620F-0439-5C42-E2A2-79E12F5CAEB4}"/>
              </a:ext>
            </a:extLst>
          </p:cNvPr>
          <p:cNvSpPr/>
          <p:nvPr/>
        </p:nvSpPr>
        <p:spPr>
          <a:xfrm>
            <a:off x="8142042" y="3090498"/>
            <a:ext cx="1667772" cy="264543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CAB53496-4993-F2DA-23A0-634008DDC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17860"/>
              </p:ext>
            </p:extLst>
          </p:nvPr>
        </p:nvGraphicFramePr>
        <p:xfrm>
          <a:off x="3436188" y="4687018"/>
          <a:ext cx="1670345" cy="1015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345">
                  <a:extLst>
                    <a:ext uri="{9D8B030D-6E8A-4147-A177-3AD203B41FA5}">
                      <a16:colId xmlns:a16="http://schemas.microsoft.com/office/drawing/2014/main" val="671562314"/>
                    </a:ext>
                  </a:extLst>
                </a:gridCol>
              </a:tblGrid>
              <a:tr h="1015267">
                <a:tc>
                  <a:txBody>
                    <a:bodyPr/>
                    <a:lstStyle/>
                    <a:p>
                      <a:r>
                        <a:rPr lang="en-US" dirty="0"/>
                        <a:t>Primary key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dirty="0"/>
                        <a:t>        or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candidate key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8695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94A00C5-A649-9243-1D86-529AD02F1D6C}"/>
              </a:ext>
            </a:extLst>
          </p:cNvPr>
          <p:cNvSpPr/>
          <p:nvPr/>
        </p:nvSpPr>
        <p:spPr>
          <a:xfrm>
            <a:off x="6458311" y="4855234"/>
            <a:ext cx="1768413" cy="877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06997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0" name="Picture 12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4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9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9" name="Picture 25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EBC123-BE53-3432-A083-67235972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8" y="982132"/>
            <a:ext cx="4094017" cy="2823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>
                <a:solidFill>
                  <a:srgbClr val="262626"/>
                </a:solidFill>
              </a:rPr>
              <a:t>Search key </a:t>
            </a:r>
            <a:endParaRPr lang="en-US" sz="4800">
              <a:solidFill>
                <a:srgbClr val="262626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233F34C-80B6-50BB-5427-EDE94919C84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8516060"/>
              </p:ext>
            </p:extLst>
          </p:nvPr>
        </p:nvGraphicFramePr>
        <p:xfrm>
          <a:off x="4826450" y="891127"/>
          <a:ext cx="6977361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9976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B8307-31BC-9068-D7D9-D0B85260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 </a:t>
            </a:r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Data Reference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E5B5-B4AB-364D-20D9-EF362604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The second column is the </a:t>
            </a:r>
            <a:r>
              <a:rPr lang="en-US" sz="2800" b="1" dirty="0">
                <a:ea typeface="+mn-lt"/>
                <a:cs typeface="+mn-lt"/>
              </a:rPr>
              <a:t>Data Reference</a:t>
            </a:r>
            <a:r>
              <a:rPr lang="en-US" sz="2800" dirty="0">
                <a:ea typeface="+mn-lt"/>
                <a:cs typeface="+mn-lt"/>
              </a:rPr>
              <a:t> or </a:t>
            </a:r>
            <a:r>
              <a:rPr lang="en-US" sz="2800" b="1" dirty="0">
                <a:ea typeface="+mn-lt"/>
                <a:cs typeface="+mn-lt"/>
              </a:rPr>
              <a:t>Pointer</a:t>
            </a:r>
            <a:r>
              <a:rPr lang="en-US" sz="2800" dirty="0">
                <a:ea typeface="+mn-lt"/>
                <a:cs typeface="+mn-lt"/>
              </a:rPr>
              <a:t> which contains a set of pointers holding the address of the disk block where that particular key value can be found.</a:t>
            </a:r>
            <a:endParaRPr lang="en-US" sz="2800" dirty="0"/>
          </a:p>
          <a:p>
            <a:pPr marL="0" indent="0">
              <a:buSzPct val="114999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7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6F3A79A3-D1AB-A1EA-21CF-96159E2A8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74" b="2"/>
          <a:stretch/>
        </p:blipFill>
        <p:spPr>
          <a:xfrm>
            <a:off x="831194" y="488137"/>
            <a:ext cx="10652349" cy="58832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2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75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04816-D0EA-5185-38F8-467A8CB9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Ordered Indices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A78C-FA5D-2E28-3E57-F8F2454A2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To make searching easier and faster, the indices are frequently arranged/sorted. Ordered indices are indices that have been sorted.</a:t>
            </a:r>
            <a:endParaRPr lang="en-US" dirty="0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79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4DE2-2273-EB83-77A0-1E7498ED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Primary index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F3CE6-09D3-3603-9765-D4314D466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b="1"/>
          </a:p>
          <a:p>
            <a:pPr>
              <a:buSzPct val="114999"/>
            </a:pPr>
            <a:endParaRPr lang="en-US" b="1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Primary Index is an ordered file whose records are of fixed length with two fields. </a:t>
            </a:r>
            <a:endParaRPr lang="en-US" b="1" dirty="0">
              <a:ea typeface="+mn-lt"/>
              <a:cs typeface="+mn-lt"/>
            </a:endParaRPr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The first field of the index replicates the primary key of the data file in an ordered manner, </a:t>
            </a:r>
            <a:endParaRPr lang="en-US" b="1" dirty="0">
              <a:ea typeface="+mn-lt"/>
              <a:cs typeface="+mn-lt"/>
            </a:endParaRPr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The second field of the ordered file contains a pointer that points to the data-block where a record containing the key is available.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60041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CE0CB-F894-03F9-5585-D9DEBE83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Dense index</a:t>
            </a:r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0" name="Content Placeholder 34">
            <a:extLst>
              <a:ext uri="{FF2B5EF4-FFF2-40B4-BE49-F238E27FC236}">
                <a16:creationId xmlns:a16="http://schemas.microsoft.com/office/drawing/2014/main" id="{AF5DCA33-A8B2-C28B-3969-B78B263ED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615464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631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39F23C18-5D9E-073A-D8F3-66801686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329" y="1005532"/>
            <a:ext cx="8578769" cy="47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4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A5D53-AADB-915F-0B4C-4CC801C1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Sparse index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297FD-99BD-2B2E-70AC-C563B2C12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ea typeface="+mn-lt"/>
                <a:cs typeface="+mn-lt"/>
              </a:rPr>
              <a:t>The index record appears only for a few items in the data file. Each item points to a block as shown.</a:t>
            </a:r>
            <a:endParaRPr lang="en-US" b="1"/>
          </a:p>
          <a:p>
            <a:pPr>
              <a:buSzPct val="114999"/>
            </a:pPr>
            <a:r>
              <a:rPr lang="en-US" b="1">
                <a:ea typeface="+mn-lt"/>
                <a:cs typeface="+mn-lt"/>
              </a:rPr>
              <a:t>To locate a record, we find the index record with the largest search key value less than or equal to the search key value we are looking for.</a:t>
            </a:r>
            <a:endParaRPr lang="en-US" b="1"/>
          </a:p>
          <a:p>
            <a:pPr>
              <a:buSzPct val="114999"/>
            </a:pPr>
            <a:r>
              <a:rPr lang="en-US" b="1">
                <a:ea typeface="+mn-lt"/>
                <a:cs typeface="+mn-lt"/>
              </a:rPr>
              <a:t>We start at that record pointed to by the index record, and proceed along with the pointers in the file (that is, sequentially) until we find the desired record.</a:t>
            </a:r>
            <a:endParaRPr lang="en-US" b="1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14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1779EDF0-E627-297E-03C8-2312CFB1A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01" y="1009291"/>
            <a:ext cx="9452751" cy="502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36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4A771-56F4-6432-C976-E8620623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 Clustered Indexing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2221-2EBD-59EA-96AD-ECDC02282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>
                <a:ea typeface="+mn-lt"/>
                <a:cs typeface="+mn-lt"/>
              </a:rPr>
              <a:t> </a:t>
            </a:r>
            <a:br>
              <a:rPr lang="en-US" dirty="0">
                <a:ea typeface="+mn-lt"/>
                <a:cs typeface="+mn-lt"/>
              </a:rPr>
            </a:br>
            <a:endParaRPr lang="en-US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b="1" dirty="0">
                <a:ea typeface="+mn-lt"/>
                <a:cs typeface="+mn-lt"/>
              </a:rPr>
              <a:t>Clustering index is defined on an ordered data file. The data file is ordered on a non-key field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dirty="0">
                <a:ea typeface="+mn-lt"/>
                <a:cs typeface="+mn-lt"/>
              </a:rPr>
              <a:t>Sometimes the Index is created on non-primary key columns which might not be unique for each record. 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dirty="0">
                <a:ea typeface="+mn-lt"/>
                <a:cs typeface="+mn-lt"/>
              </a:rPr>
              <a:t>In such a situation, you can group two or more columns to get the unique values and create an index which is called clustered Index.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dirty="0">
                <a:ea typeface="+mn-lt"/>
                <a:cs typeface="+mn-lt"/>
              </a:rPr>
              <a:t> This also helps you to identify the record faster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EE50A-E5C4-F162-5006-7036629E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endParaRPr lang="en-US" sz="2800">
              <a:solidFill>
                <a:srgbClr val="262626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35FC39-AD43-E4A4-887D-F9F12BB46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endParaRPr lang="en-US" sz="1800">
              <a:solidFill>
                <a:srgbClr val="262626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E87F95BF-5AEF-D1BA-D89A-7979A103D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609602"/>
            <a:ext cx="10772686" cy="59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01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E8DA5-B2B2-4ADE-4481-C17BF170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SECONDARY INDEX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BF07-BA74-078A-6C3C-09875739C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6"/>
            <a:ext cx="9601196" cy="3263612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n-lt"/>
                <a:cs typeface="+mn-lt"/>
              </a:rPr>
              <a:t>The secondary Index in DBMS can be generated by a field which has a unique value for each record, and it should be a candidate key. It is also known as a non-clustering index.</a:t>
            </a:r>
          </a:p>
          <a:p>
            <a:pPr>
              <a:buSzPct val="114999"/>
            </a:pPr>
            <a:r>
              <a:rPr lang="en-US" sz="2800" b="1" dirty="0">
                <a:ea typeface="+mn-lt"/>
                <a:cs typeface="+mn-lt"/>
              </a:rPr>
              <a:t>This two-level database indexing technique is used to reduce the mapping size of the first level. For the first level, a large range of numbers is selected because of this; the mapping size always remains small.</a:t>
            </a:r>
          </a:p>
          <a:p>
            <a:pPr marL="0" indent="0">
              <a:buSzPct val="114999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2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23E3CED3-8830-45C9-8D6C-F4ECADD4F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E4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9B1CA762-F5EB-79BD-430A-3C2EE8E41EF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t="9493" r="1" b="20948"/>
          <a:stretch/>
        </p:blipFill>
        <p:spPr>
          <a:xfrm>
            <a:off x="824782" y="666795"/>
            <a:ext cx="10542437" cy="5524411"/>
          </a:xfrm>
          <a:prstGeom prst="rect">
            <a:avLst/>
          </a:prstGeom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66F2D62A-C66C-42DF-8C05-99B0B1A8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11" y="350556"/>
            <a:ext cx="11542779" cy="6156888"/>
          </a:xfrm>
          <a:prstGeom prst="rect">
            <a:avLst/>
          </a:prstGeom>
          <a:noFill/>
          <a:ln w="25400" cap="flat">
            <a:solidFill>
              <a:srgbClr val="FCFFAA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1351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Organic</vt:lpstr>
      <vt:lpstr>       INDEXING</vt:lpstr>
      <vt:lpstr>Indexing </vt:lpstr>
      <vt:lpstr>Structure of indexing in database</vt:lpstr>
      <vt:lpstr>Search key </vt:lpstr>
      <vt:lpstr> Data Reference</vt:lpstr>
      <vt:lpstr>PowerPoint Presentation</vt:lpstr>
      <vt:lpstr>Ordered Indices </vt:lpstr>
      <vt:lpstr>Primary index</vt:lpstr>
      <vt:lpstr>Dense index</vt:lpstr>
      <vt:lpstr>PowerPoint Presentation</vt:lpstr>
      <vt:lpstr>Sparse index</vt:lpstr>
      <vt:lpstr>PowerPoint Presentation</vt:lpstr>
      <vt:lpstr> Clustered Indexing</vt:lpstr>
      <vt:lpstr>PowerPoint Presentation</vt:lpstr>
      <vt:lpstr>SECONDARY INDEX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626</cp:revision>
  <dcterms:created xsi:type="dcterms:W3CDTF">2022-09-29T13:20:52Z</dcterms:created>
  <dcterms:modified xsi:type="dcterms:W3CDTF">2022-10-19T13:19:10Z</dcterms:modified>
</cp:coreProperties>
</file>
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iyadharshini18122003@gmail.com" initials="p" lastIdx="1" clrIdx="0">
    <p:extLst>
      <p:ext uri="{19B8F6BF-5375-455C-9EA6-DF929625EA0E}">
        <p15:presenceInfo xmlns:p15="http://schemas.microsoft.com/office/powerpoint/2012/main" userId="5bb617eef7cb96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commentAuthors" Target="commentAuthor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10-02T19:23:15.338" idx="1">
    <p:pos x="6577" y="867"/>
    <p:text>UNIT-4 IMPLEMENTATION TECHNIQUES 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7"/>
            <a:ext cx="8689976" cy="250921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2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103638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5"/>
            <a:ext cx="10351752" cy="273681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9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5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5" y="3051014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4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3" y="609602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2632852"/>
            <a:ext cx="3935689" cy="3158348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0"/>
            <a:ext cx="5934969" cy="2023254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9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32854"/>
            <a:ext cx="5934949" cy="3158347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5108728"/>
            <a:ext cx="10364452" cy="682472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1"/>
            <a:ext cx="10364452" cy="3427245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372798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9" y="2993578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3"/>
            <a:ext cx="10364452" cy="2511835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5" y="2943357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7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9" y="2943357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5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6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6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6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2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0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9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80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5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3"/>
            <a:ext cx="2553327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3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5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2863DE-20B9-6B34-05F4-EB0619228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DDDB0B81-7BB3-72D1-5228-97785CEF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04" y="1378018"/>
            <a:ext cx="10134192" cy="410196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1652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AB13-401E-FEB0-52D1-D7B3931E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3FEC539-D4E5-A283-321D-0B784B97E4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6" y="618519"/>
            <a:ext cx="10364451" cy="517268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01ABA8-2FF7-C15E-7B0C-517D90FF4AA5}"/>
              </a:ext>
            </a:extLst>
          </p:cNvPr>
          <p:cNvSpPr txBox="1"/>
          <p:nvPr/>
        </p:nvSpPr>
        <p:spPr>
          <a:xfrm>
            <a:off x="5179562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95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4C74-FE9C-4581-69FD-29A99B5C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E1EFBF-29A4-0078-4327-5633BCEEB0F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4" y="618519"/>
            <a:ext cx="10364451" cy="5151492"/>
          </a:xfrm>
        </p:spPr>
      </p:pic>
    </p:spTree>
    <p:extLst>
      <p:ext uri="{BB962C8B-B14F-4D97-AF65-F5344CB8AC3E}">
        <p14:creationId xmlns:p14="http://schemas.microsoft.com/office/powerpoint/2010/main" val="73439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1EBB-010E-8103-20C5-CAAE1A2E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502E90B-AAC4-1B20-E0FE-3CAFC9AB160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1" cy="4582131"/>
          </a:xfrm>
        </p:spPr>
      </p:pic>
    </p:spTree>
    <p:extLst>
      <p:ext uri="{BB962C8B-B14F-4D97-AF65-F5344CB8AC3E}">
        <p14:creationId xmlns:p14="http://schemas.microsoft.com/office/powerpoint/2010/main" val="58637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458C-BC80-912B-EC0A-C5D715C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ED121F5-B660-7FFB-3B45-35F12A60DB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2" y="618519"/>
            <a:ext cx="10364451" cy="5383759"/>
          </a:xfrm>
        </p:spPr>
      </p:pic>
    </p:spTree>
    <p:extLst>
      <p:ext uri="{BB962C8B-B14F-4D97-AF65-F5344CB8AC3E}">
        <p14:creationId xmlns:p14="http://schemas.microsoft.com/office/powerpoint/2010/main" val="43657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E56D-C07D-4A41-8D4E-D2D76831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264F78F-F0A2-55B3-7AA4-09E8799719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2" y="618519"/>
            <a:ext cx="10364451" cy="5041470"/>
          </a:xfrm>
        </p:spPr>
      </p:pic>
    </p:spTree>
    <p:extLst>
      <p:ext uri="{BB962C8B-B14F-4D97-AF65-F5344CB8AC3E}">
        <p14:creationId xmlns:p14="http://schemas.microsoft.com/office/powerpoint/2010/main" val="315997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BBAA-6557-D0E7-4735-C0598225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6086CD7-3D28-1719-2C19-FB66D7E297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8"/>
            <a:ext cx="10364450" cy="5212615"/>
          </a:xfrm>
        </p:spPr>
      </p:pic>
    </p:spTree>
    <p:extLst>
      <p:ext uri="{BB962C8B-B14F-4D97-AF65-F5344CB8AC3E}">
        <p14:creationId xmlns:p14="http://schemas.microsoft.com/office/powerpoint/2010/main" val="1869889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26AE-444D-5117-F1D4-017CA10F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6F20959-C2AC-DA53-F71C-2AF48D618E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1" cy="5249288"/>
          </a:xfrm>
        </p:spPr>
      </p:pic>
    </p:spTree>
    <p:extLst>
      <p:ext uri="{BB962C8B-B14F-4D97-AF65-F5344CB8AC3E}">
        <p14:creationId xmlns:p14="http://schemas.microsoft.com/office/powerpoint/2010/main" val="202469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E1D0-1818-EC6F-D8A6-9DE32656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BC80B96-4F97-1346-9880-C2E2F57C38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0" cy="5273738"/>
          </a:xfrm>
        </p:spPr>
      </p:pic>
    </p:spTree>
    <p:extLst>
      <p:ext uri="{BB962C8B-B14F-4D97-AF65-F5344CB8AC3E}">
        <p14:creationId xmlns:p14="http://schemas.microsoft.com/office/powerpoint/2010/main" val="200538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8317-7F00-9896-FF9D-A233C279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77F1FBF-4F31-0521-24D8-51695BF7AC4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4" y="618519"/>
            <a:ext cx="10364450" cy="5273738"/>
          </a:xfrm>
        </p:spPr>
      </p:pic>
    </p:spTree>
    <p:extLst>
      <p:ext uri="{BB962C8B-B14F-4D97-AF65-F5344CB8AC3E}">
        <p14:creationId xmlns:p14="http://schemas.microsoft.com/office/powerpoint/2010/main" val="429464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CDAF-3DD7-9189-8209-773FB882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1C8939B-7CB0-DBFD-A364-F1B5B8437F1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5" y="618519"/>
            <a:ext cx="10364450" cy="5444882"/>
          </a:xfrm>
        </p:spPr>
      </p:pic>
    </p:spTree>
    <p:extLst>
      <p:ext uri="{BB962C8B-B14F-4D97-AF65-F5344CB8AC3E}">
        <p14:creationId xmlns:p14="http://schemas.microsoft.com/office/powerpoint/2010/main" val="2701275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0A1F-9DBD-7BC8-4CFA-B6A0B169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78C8244-72E8-B9AD-E76C-7C4B912E26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5" y="618518"/>
            <a:ext cx="10364450" cy="5188165"/>
          </a:xfrm>
        </p:spPr>
      </p:pic>
    </p:spTree>
    <p:extLst>
      <p:ext uri="{BB962C8B-B14F-4D97-AF65-F5344CB8AC3E}">
        <p14:creationId xmlns:p14="http://schemas.microsoft.com/office/powerpoint/2010/main" val="288840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D1FC-9AE6-D439-4B00-F54B2D76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98A6E6C-84E7-A47C-E3DA-3D3B76AB6D4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1" cy="5383759"/>
          </a:xfrm>
        </p:spPr>
      </p:pic>
    </p:spTree>
    <p:extLst>
      <p:ext uri="{BB962C8B-B14F-4D97-AF65-F5344CB8AC3E}">
        <p14:creationId xmlns:p14="http://schemas.microsoft.com/office/powerpoint/2010/main" val="3390585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E9EC-5DBF-EA05-F15E-A77E943E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6AAF5AC-C7DC-4BB7-4A96-BAB1910D792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1" cy="5285962"/>
          </a:xfrm>
        </p:spPr>
      </p:pic>
    </p:spTree>
    <p:extLst>
      <p:ext uri="{BB962C8B-B14F-4D97-AF65-F5344CB8AC3E}">
        <p14:creationId xmlns:p14="http://schemas.microsoft.com/office/powerpoint/2010/main" val="2355297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D3AF-7DF1-48F5-97F7-50E377ED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A57ACEF-B529-844F-656F-3141ABD2416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4" y="618518"/>
            <a:ext cx="10364451" cy="5298187"/>
          </a:xfrm>
        </p:spPr>
      </p:pic>
    </p:spTree>
    <p:extLst>
      <p:ext uri="{BB962C8B-B14F-4D97-AF65-F5344CB8AC3E}">
        <p14:creationId xmlns:p14="http://schemas.microsoft.com/office/powerpoint/2010/main" val="989088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2DFB-9DF3-9BC3-444B-B87359E49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5D3CEB8-3752-294B-053F-7672A326F92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8"/>
            <a:ext cx="10364452" cy="5310411"/>
          </a:xfrm>
        </p:spPr>
      </p:pic>
    </p:spTree>
    <p:extLst>
      <p:ext uri="{BB962C8B-B14F-4D97-AF65-F5344CB8AC3E}">
        <p14:creationId xmlns:p14="http://schemas.microsoft.com/office/powerpoint/2010/main" val="400235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7901-E0B5-7D1B-3936-842BC3B1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68B3B13-F915-3235-1D0A-4ECF4FA4519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1" cy="5310411"/>
          </a:xfrm>
        </p:spPr>
      </p:pic>
    </p:spTree>
    <p:extLst>
      <p:ext uri="{BB962C8B-B14F-4D97-AF65-F5344CB8AC3E}">
        <p14:creationId xmlns:p14="http://schemas.microsoft.com/office/powerpoint/2010/main" val="947409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2262-B159-DF25-BA3B-A6A00AC4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E68484F-E3A2-FDCE-E89E-2003EF3D6C1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3" y="618519"/>
            <a:ext cx="10364451" cy="5237064"/>
          </a:xfrm>
        </p:spPr>
      </p:pic>
    </p:spTree>
    <p:extLst>
      <p:ext uri="{BB962C8B-B14F-4D97-AF65-F5344CB8AC3E}">
        <p14:creationId xmlns:p14="http://schemas.microsoft.com/office/powerpoint/2010/main" val="1745662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priyadharshini18122003@gmail.com</dc:creator>
  <cp:lastModifiedBy>priyadharshini18122003@gmail.com</cp:lastModifiedBy>
  <cp:revision>3</cp:revision>
  <dcterms:created xsi:type="dcterms:W3CDTF">2022-10-02T13:51:53Z</dcterms:created>
  <dcterms:modified xsi:type="dcterms:W3CDTF">2022-10-18T07:33:45Z</dcterms:modified>
</cp:coreProperties>
</file>
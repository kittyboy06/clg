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68BA-525F-4BE2-910A-FFB6D9EEBA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8F4C-B182-45CC-AC01-F24E0282B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19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68BA-525F-4BE2-910A-FFB6D9EEBA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8F4C-B182-45CC-AC01-F24E0282B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95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68BA-525F-4BE2-910A-FFB6D9EEBA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8F4C-B182-45CC-AC01-F24E0282B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626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68BA-525F-4BE2-910A-FFB6D9EEBA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8F4C-B182-45CC-AC01-F24E0282B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530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68BA-525F-4BE2-910A-FFB6D9EEBA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8F4C-B182-45CC-AC01-F24E0282B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1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68BA-525F-4BE2-910A-FFB6D9EEBA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8F4C-B182-45CC-AC01-F24E0282B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429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68BA-525F-4BE2-910A-FFB6D9EEBA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8F4C-B182-45CC-AC01-F24E0282B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25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68BA-525F-4BE2-910A-FFB6D9EEBA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8F4C-B182-45CC-AC01-F24E0282B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02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68BA-525F-4BE2-910A-FFB6D9EEBA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8F4C-B182-45CC-AC01-F24E0282B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381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68BA-525F-4BE2-910A-FFB6D9EEBA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8F4C-B182-45CC-AC01-F24E0282B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438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68BA-525F-4BE2-910A-FFB6D9EEBA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C8F4C-B182-45CC-AC01-F24E0282B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047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568BA-525F-4BE2-910A-FFB6D9EEBA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C8F4C-B182-45CC-AC01-F24E0282B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40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37882"/>
            <a:ext cx="9144000" cy="643943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Rapid Rural Appraisal(RRA)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78039"/>
            <a:ext cx="9144000" cy="5061397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Rural Appraisal (RRA) in nutrition is a swift, cost-effective, and semi-structured method used by multidisciplinary teams to assess community nutritional status and identify causes of malnutrition. </a:t>
            </a:r>
          </a:p>
          <a:p>
            <a:pPr algn="just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tools like, key informant interviews, seasonal food availability mapping, and transect walks to gather data, enabling quick identification of food security issues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Assessing household food storage, local markets, and water sources.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Informant Interviews: Speaking with local health workers, leaders, or healers about prevalent diseases and diet.</a:t>
            </a:r>
          </a:p>
          <a:p>
            <a:pPr algn="just"/>
            <a:endParaRPr lang="en-I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56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Rapid Rural Appraisal(RRA)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Analysis: Mapping months of food scarcity, high workload, or illness.</a:t>
            </a:r>
          </a:p>
          <a:p>
            <a:pPr algn="just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 Group Discussions: Gathering community-level insights on feeding practices.</a:t>
            </a:r>
          </a:p>
          <a:p>
            <a:pPr algn="just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Calendars &amp; Timelines: Mapping food availability, income, and illness patterns throughout the year.</a:t>
            </a:r>
          </a:p>
          <a:p>
            <a:pPr algn="just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Transect Walks: Walking through a village to map resources, land use, and sanitation facilities</a:t>
            </a:r>
            <a:endParaRPr lang="en-I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9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Rapid Rural Appraisal(RRA)</vt:lpstr>
      <vt:lpstr>Rapid Rural Appraisal(RRA)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 Rural Appraisal(RRA)</dc:title>
  <dc:creator>IN6</dc:creator>
  <cp:lastModifiedBy>IN6</cp:lastModifiedBy>
  <cp:revision>1</cp:revision>
  <dcterms:created xsi:type="dcterms:W3CDTF">2026-03-03T14:27:40Z</dcterms:created>
  <dcterms:modified xsi:type="dcterms:W3CDTF">2026-03-03T14:27:54Z</dcterms:modified>
</cp:coreProperties>
</file>
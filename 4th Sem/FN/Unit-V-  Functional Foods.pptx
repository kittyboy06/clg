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0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9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50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5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73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7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15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3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9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0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11EA7-61DF-489C-9BDC-1CA63C334A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24C5F-694A-4B65-84AD-DF85FEA1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46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6518"/>
            <a:ext cx="9144000" cy="888643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FOODS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493949"/>
            <a:ext cx="9144000" cy="482957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foods are foods that provide health benefits beyond basic nutrition. They contain biologically active components that help in disease prevention and health promotion.</a:t>
            </a:r>
          </a:p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Functional Foods</a:t>
            </a:r>
          </a:p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Naturally Functional Foods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Whole foods naturally rich in bioactive compounds</a:t>
            </a:r>
          </a:p>
          <a:p>
            <a:pPr lvl="1"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fruits, vegetables, whole grains, nuts</a:t>
            </a:r>
          </a:p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Fortified / Enriched Foods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Foods with added nutrients</a:t>
            </a:r>
          </a:p>
          <a:p>
            <a:pPr lvl="1"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iodized salt, fortified milk</a:t>
            </a:r>
          </a:p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Functional Foods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Foods enhanced with beneficial components</a:t>
            </a:r>
          </a:p>
          <a:p>
            <a:pPr lvl="1"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probiotic yogurt</a:t>
            </a:r>
          </a:p>
          <a:p>
            <a:pPr algn="l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/ Special Dietary Foods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specific health conditions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2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8064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FOODS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3190"/>
            <a:ext cx="10515600" cy="513377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Types of Functional Components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Probiotics – Live beneficial microorganisms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Prebiotics – Non-digestible food ingredients that stimulate good bacteria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Synbiotics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Combination of probiotics and prebiotics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Antioxidants – Vitamins C, E, beta-carotene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Dietary Fiber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Omega-3 fatty acids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 Benefits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gut health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immunity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risk of cardiovascular diseases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 in diabetes management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 certain cancers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bone health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729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FUNCTIONAL FOODS</vt:lpstr>
      <vt:lpstr>FUNCTIONAL FOODS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FOODS</dc:title>
  <dc:creator>IN6</dc:creator>
  <cp:lastModifiedBy>IN6</cp:lastModifiedBy>
  <cp:revision>1</cp:revision>
  <dcterms:created xsi:type="dcterms:W3CDTF">2026-03-04T06:00:41Z</dcterms:created>
  <dcterms:modified xsi:type="dcterms:W3CDTF">2026-03-04T06:01:27Z</dcterms:modified>
</cp:coreProperties>
</file>
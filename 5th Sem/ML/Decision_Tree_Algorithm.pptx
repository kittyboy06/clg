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7F175-1B55-4A93-955E-5C8DEB973E72}" v="4" dt="2026-08-11T05:19:11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murugan Kasirajan" userId="6b8e824238feb720" providerId="LiveId" clId="{001574B2-2711-4D79-B5AF-E91A51B28D67}"/>
    <pc:docChg chg="addSld modSld">
      <pc:chgData name="Balamurugan Kasirajan" userId="6b8e824238feb720" providerId="LiveId" clId="{001574B2-2711-4D79-B5AF-E91A51B28D67}" dt="2026-08-12T07:48:54.112" v="55" actId="14100"/>
      <pc:docMkLst>
        <pc:docMk/>
      </pc:docMkLst>
      <pc:sldChg chg="modSp mod">
        <pc:chgData name="Balamurugan Kasirajan" userId="6b8e824238feb720" providerId="LiveId" clId="{001574B2-2711-4D79-B5AF-E91A51B28D67}" dt="2026-08-12T04:16:03.156" v="23" actId="1038"/>
        <pc:sldMkLst>
          <pc:docMk/>
          <pc:sldMk cId="0" sldId="256"/>
        </pc:sldMkLst>
        <pc:picChg chg="mod">
          <ac:chgData name="Balamurugan Kasirajan" userId="6b8e824238feb720" providerId="LiveId" clId="{001574B2-2711-4D79-B5AF-E91A51B28D67}" dt="2026-08-12T04:16:03.156" v="23" actId="1038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Balamurugan Kasirajan" userId="6b8e824238feb720" providerId="LiveId" clId="{001574B2-2711-4D79-B5AF-E91A51B28D67}" dt="2026-08-11T05:19:46.637" v="22" actId="1076"/>
        <pc:sldMkLst>
          <pc:docMk/>
          <pc:sldMk cId="0" sldId="258"/>
        </pc:sldMkLst>
        <pc:picChg chg="mod">
          <ac:chgData name="Balamurugan Kasirajan" userId="6b8e824238feb720" providerId="LiveId" clId="{001574B2-2711-4D79-B5AF-E91A51B28D67}" dt="2026-08-11T05:19:46.637" v="22" actId="1076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Balamurugan Kasirajan" userId="6b8e824238feb720" providerId="LiveId" clId="{001574B2-2711-4D79-B5AF-E91A51B28D67}" dt="2026-08-12T04:18:52.699" v="27" actId="1037"/>
        <pc:sldMkLst>
          <pc:docMk/>
          <pc:sldMk cId="0" sldId="266"/>
        </pc:sldMkLst>
        <pc:picChg chg="mod">
          <ac:chgData name="Balamurugan Kasirajan" userId="6b8e824238feb720" providerId="LiveId" clId="{001574B2-2711-4D79-B5AF-E91A51B28D67}" dt="2026-08-12T04:18:52.699" v="27" actId="1037"/>
          <ac:picMkLst>
            <pc:docMk/>
            <pc:sldMk cId="0" sldId="266"/>
            <ac:picMk id="2" creationId="{00000000-0000-0000-0000-000000000000}"/>
          </ac:picMkLst>
        </pc:picChg>
      </pc:sldChg>
      <pc:sldChg chg="addSp modSp new mod">
        <pc:chgData name="Balamurugan Kasirajan" userId="6b8e824238feb720" providerId="LiveId" clId="{001574B2-2711-4D79-B5AF-E91A51B28D67}" dt="2026-08-10T15:13:19.946" v="20" actId="14"/>
        <pc:sldMkLst>
          <pc:docMk/>
          <pc:sldMk cId="705844169" sldId="271"/>
        </pc:sldMkLst>
        <pc:spChg chg="add mod">
          <ac:chgData name="Balamurugan Kasirajan" userId="6b8e824238feb720" providerId="LiveId" clId="{001574B2-2711-4D79-B5AF-E91A51B28D67}" dt="2026-08-10T15:13:19.946" v="20" actId="14"/>
          <ac:spMkLst>
            <pc:docMk/>
            <pc:sldMk cId="705844169" sldId="271"/>
            <ac:spMk id="3" creationId="{0D8D569C-393B-4399-453B-1F76A7A554E1}"/>
          </ac:spMkLst>
        </pc:spChg>
        <pc:graphicFrameChg chg="add mod modGraphic">
          <ac:chgData name="Balamurugan Kasirajan" userId="6b8e824238feb720" providerId="LiveId" clId="{001574B2-2711-4D79-B5AF-E91A51B28D67}" dt="2026-08-10T15:11:58.431" v="6" actId="1076"/>
          <ac:graphicFrameMkLst>
            <pc:docMk/>
            <pc:sldMk cId="705844169" sldId="271"/>
            <ac:graphicFrameMk id="2" creationId="{A8DF134B-4018-3B73-3D35-16F919687577}"/>
          </ac:graphicFrameMkLst>
        </pc:graphicFrameChg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72"/>
        </pc:sldMkLst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73"/>
        </pc:sldMkLst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74"/>
        </pc:sldMkLst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75"/>
        </pc:sldMkLst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76"/>
        </pc:sldMkLst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77"/>
        </pc:sldMkLst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78"/>
        </pc:sldMkLst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79"/>
        </pc:sldMkLst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80"/>
        </pc:sldMkLst>
      </pc:sldChg>
      <pc:sldChg chg="add">
        <pc:chgData name="Balamurugan Kasirajan" userId="6b8e824238feb720" providerId="LiveId" clId="{001574B2-2711-4D79-B5AF-E91A51B28D67}" dt="2026-08-11T05:19:11.513" v="21"/>
        <pc:sldMkLst>
          <pc:docMk/>
          <pc:sldMk cId="0" sldId="281"/>
        </pc:sldMkLst>
      </pc:sldChg>
      <pc:sldChg chg="addSp modSp new mod">
        <pc:chgData name="Balamurugan Kasirajan" userId="6b8e824238feb720" providerId="LiveId" clId="{001574B2-2711-4D79-B5AF-E91A51B28D67}" dt="2026-08-12T07:47:14.661" v="36" actId="14100"/>
        <pc:sldMkLst>
          <pc:docMk/>
          <pc:sldMk cId="866869241" sldId="282"/>
        </pc:sldMkLst>
        <pc:picChg chg="add mod">
          <ac:chgData name="Balamurugan Kasirajan" userId="6b8e824238feb720" providerId="LiveId" clId="{001574B2-2711-4D79-B5AF-E91A51B28D67}" dt="2026-08-12T07:47:14.661" v="36" actId="14100"/>
          <ac:picMkLst>
            <pc:docMk/>
            <pc:sldMk cId="866869241" sldId="282"/>
            <ac:picMk id="3" creationId="{2CBDE0B5-FE44-1F58-31C9-62A16264CF52}"/>
          </ac:picMkLst>
        </pc:picChg>
      </pc:sldChg>
      <pc:sldChg chg="addSp modSp new mod">
        <pc:chgData name="Balamurugan Kasirajan" userId="6b8e824238feb720" providerId="LiveId" clId="{001574B2-2711-4D79-B5AF-E91A51B28D67}" dt="2026-08-12T07:48:24.383" v="49" actId="14100"/>
        <pc:sldMkLst>
          <pc:docMk/>
          <pc:sldMk cId="946768703" sldId="283"/>
        </pc:sldMkLst>
        <pc:picChg chg="add mod">
          <ac:chgData name="Balamurugan Kasirajan" userId="6b8e824238feb720" providerId="LiveId" clId="{001574B2-2711-4D79-B5AF-E91A51B28D67}" dt="2026-08-12T07:48:24.383" v="49" actId="14100"/>
          <ac:picMkLst>
            <pc:docMk/>
            <pc:sldMk cId="946768703" sldId="283"/>
            <ac:picMk id="3" creationId="{BA3977EE-255B-C0E5-F6ED-62B5C95CE44E}"/>
          </ac:picMkLst>
        </pc:picChg>
      </pc:sldChg>
      <pc:sldChg chg="addSp modSp new mod">
        <pc:chgData name="Balamurugan Kasirajan" userId="6b8e824238feb720" providerId="LiveId" clId="{001574B2-2711-4D79-B5AF-E91A51B28D67}" dt="2026-08-12T07:48:54.112" v="55" actId="14100"/>
        <pc:sldMkLst>
          <pc:docMk/>
          <pc:sldMk cId="3522249576" sldId="284"/>
        </pc:sldMkLst>
        <pc:picChg chg="add mod">
          <ac:chgData name="Balamurugan Kasirajan" userId="6b8e824238feb720" providerId="LiveId" clId="{001574B2-2711-4D79-B5AF-E91A51B28D67}" dt="2026-08-12T07:48:54.112" v="55" actId="14100"/>
          <ac:picMkLst>
            <pc:docMk/>
            <pc:sldMk cId="3522249576" sldId="284"/>
            <ac:picMk id="3" creationId="{1086E997-5878-4541-B23E-D380D75B22DD}"/>
          </ac:picMkLst>
        </pc:picChg>
      </pc:sldChg>
      <pc:sldChg chg="addSp modSp new mod">
        <pc:chgData name="Balamurugan Kasirajan" userId="6b8e824238feb720" providerId="LiveId" clId="{001574B2-2711-4D79-B5AF-E91A51B28D67}" dt="2026-08-12T07:48:06.847" v="44" actId="14100"/>
        <pc:sldMkLst>
          <pc:docMk/>
          <pc:sldMk cId="2235743110" sldId="285"/>
        </pc:sldMkLst>
        <pc:picChg chg="add mod">
          <ac:chgData name="Balamurugan Kasirajan" userId="6b8e824238feb720" providerId="LiveId" clId="{001574B2-2711-4D79-B5AF-E91A51B28D67}" dt="2026-08-12T07:48:06.847" v="44" actId="14100"/>
          <ac:picMkLst>
            <pc:docMk/>
            <pc:sldMk cId="2235743110" sldId="285"/>
            <ac:picMk id="3" creationId="{B0815370-9334-DFBA-6139-F001603ACBC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75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0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" y="129996"/>
            <a:ext cx="12191695" cy="65980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2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589"/>
            <a:ext cx="12191695" cy="67328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2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" y="62942"/>
            <a:ext cx="12191695" cy="67950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2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936"/>
            <a:ext cx="12191695" cy="6814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3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748"/>
            <a:ext cx="12191695" cy="66425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3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7"/>
            <a:ext cx="12191695" cy="6852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3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7"/>
            <a:ext cx="12191695" cy="68522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3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7"/>
            <a:ext cx="12191695" cy="68522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6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" y="0"/>
            <a:ext cx="121637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17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7"/>
            <a:ext cx="12191695" cy="68522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25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" y="0"/>
            <a:ext cx="1210010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26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14"/>
            <a:ext cx="12191695" cy="68077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26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44"/>
            <a:ext cx="12191695" cy="66997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27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7"/>
            <a:ext cx="12191695" cy="68522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creenshot_2026-08-10_203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649"/>
            <a:ext cx="12191695" cy="67887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DF134B-4018-3B73-3D35-16F919687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8195"/>
              </p:ext>
            </p:extLst>
          </p:nvPr>
        </p:nvGraphicFramePr>
        <p:xfrm>
          <a:off x="1070285" y="1132364"/>
          <a:ext cx="9888870" cy="54749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42042">
                  <a:extLst>
                    <a:ext uri="{9D8B030D-6E8A-4147-A177-3AD203B41FA5}">
                      <a16:colId xmlns:a16="http://schemas.microsoft.com/office/drawing/2014/main" val="984686728"/>
                    </a:ext>
                  </a:extLst>
                </a:gridCol>
                <a:gridCol w="1710775">
                  <a:extLst>
                    <a:ext uri="{9D8B030D-6E8A-4147-A177-3AD203B41FA5}">
                      <a16:colId xmlns:a16="http://schemas.microsoft.com/office/drawing/2014/main" val="163723614"/>
                    </a:ext>
                  </a:extLst>
                </a:gridCol>
                <a:gridCol w="2478151">
                  <a:extLst>
                    <a:ext uri="{9D8B030D-6E8A-4147-A177-3AD203B41FA5}">
                      <a16:colId xmlns:a16="http://schemas.microsoft.com/office/drawing/2014/main" val="3986358503"/>
                    </a:ext>
                  </a:extLst>
                </a:gridCol>
                <a:gridCol w="1924374">
                  <a:extLst>
                    <a:ext uri="{9D8B030D-6E8A-4147-A177-3AD203B41FA5}">
                      <a16:colId xmlns:a16="http://schemas.microsoft.com/office/drawing/2014/main" val="4166713531"/>
                    </a:ext>
                  </a:extLst>
                </a:gridCol>
                <a:gridCol w="1370597">
                  <a:extLst>
                    <a:ext uri="{9D8B030D-6E8A-4147-A177-3AD203B41FA5}">
                      <a16:colId xmlns:a16="http://schemas.microsoft.com/office/drawing/2014/main" val="3017854847"/>
                    </a:ext>
                  </a:extLst>
                </a:gridCol>
                <a:gridCol w="1162931">
                  <a:extLst>
                    <a:ext uri="{9D8B030D-6E8A-4147-A177-3AD203B41FA5}">
                      <a16:colId xmlns:a16="http://schemas.microsoft.com/office/drawing/2014/main" val="756226482"/>
                    </a:ext>
                  </a:extLst>
                </a:gridCol>
              </a:tblGrid>
              <a:tr h="3644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775620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1198149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3884705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993368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0303905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0872553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0716866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3471015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251319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1389787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310836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3243776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3573928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9820263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IN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39185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8D569C-393B-4399-453B-1F76A7A554E1}"/>
              </a:ext>
            </a:extLst>
          </p:cNvPr>
          <p:cNvSpPr txBox="1"/>
          <p:nvPr/>
        </p:nvSpPr>
        <p:spPr>
          <a:xfrm>
            <a:off x="-46361" y="285839"/>
            <a:ext cx="129098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tree to classify: Outlook=Sunny, Temperature=Cool, Humidity=High, Wind=Strong → Predict Play = Yes / No.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844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4318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Decision Tree Classification – Play Tennis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23912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ptos"/>
              </a:defRPr>
            </a:pPr>
            <a:r>
              <a:t>Step-by-step ID3 calculation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291840" cy="1645920"/>
          </a:xfrm>
          <a:prstGeom prst="roundRect">
            <a:avLst/>
          </a:prstGeom>
          <a:solidFill>
            <a:srgbClr val="E8F0FE"/>
          </a:solidFill>
          <a:ln>
            <a:solidFill>
              <a:srgbClr val="46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Training Data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14 records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Yes = 9, No =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291840" cy="1645920"/>
          </a:xfrm>
          <a:prstGeom prst="roundRect">
            <a:avLst/>
          </a:prstGeom>
          <a:solidFill>
            <a:srgbClr val="EBF8EB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Algorithm: ID3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Measure: Entropy + Information 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291840" cy="1645920"/>
          </a:xfrm>
          <a:prstGeom prst="roundRect">
            <a:avLst/>
          </a:prstGeom>
          <a:solidFill>
            <a:srgbClr val="F8F5EB"/>
          </a:solidFill>
          <a:ln>
            <a:solidFill>
              <a:srgbClr val="96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Test Case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Sunny, Cool, High, 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ptos"/>
              </a:defRPr>
            </a:pPr>
            <a:r>
              <a:t>Objective: Construct the decision tree and classify the test instance.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8646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Step 1 – Entropy of Complete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latin typeface="Aptos"/>
              </a:defRPr>
            </a:pPr>
            <a:r>
              <a:t>Total = 14     Play = Yes: 9     Play = No: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241280" cy="777240"/>
          </a:xfrm>
          <a:prstGeom prst="roundRect">
            <a:avLst/>
          </a:prstGeom>
          <a:solidFill>
            <a:srgbClr val="EBF0FA"/>
          </a:solidFill>
          <a:ln>
            <a:solidFill>
              <a:srgbClr val="50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3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Entropy(S) = −p(Yes) log₂ p(Yes) − p(No) log₂ p(No)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058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latin typeface="Aptos"/>
              </a:defRPr>
            </a:pPr>
            <a:r>
              <a:t>= −(9/14) log₂(9/14) − (5/14) log₂(5/14)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latin typeface="Aptos"/>
              </a:defRPr>
            </a:pPr>
            <a:r>
              <a:t>= −(0.6429)(−0.6374) − (0.3571)(−1.4854)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4389120"/>
            <a:ext cx="5303520" cy="822960"/>
          </a:xfrm>
          <a:prstGeom prst="roundRect">
            <a:avLst/>
          </a:prstGeom>
          <a:solidFill>
            <a:srgbClr val="EBF8EB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Entropy(S) = 0.9403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8031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Step 2 – Information Gain for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latin typeface="Aptos"/>
              </a:defRPr>
            </a:pPr>
            <a:r>
              <a:t>Outlook = Sunny, Overcast, Rain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508760"/>
          </a:xfrm>
          <a:prstGeom prst="roundRect">
            <a:avLst/>
          </a:prstGeom>
          <a:solidFill>
            <a:srgbClr val="F8F0F0"/>
          </a:solidFill>
          <a:ln>
            <a:solidFill>
              <a:srgbClr val="A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Sunny: 5 records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Yes = 2, No = 3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Entropy = 0.9710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83080"/>
            <a:ext cx="3383280" cy="1508760"/>
          </a:xfrm>
          <a:prstGeom prst="roundRect">
            <a:avLst/>
          </a:prstGeom>
          <a:solidFill>
            <a:srgbClr val="EBF8EB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Overcast: 4 records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Yes = 4, No = 0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Entropy 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783080"/>
            <a:ext cx="3383280" cy="1508760"/>
          </a:xfrm>
          <a:prstGeom prst="roundRect">
            <a:avLst/>
          </a:prstGeom>
          <a:solidFill>
            <a:srgbClr val="F8F5EB"/>
          </a:solidFill>
          <a:ln>
            <a:solidFill>
              <a:srgbClr val="96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Rain: 5 records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Yes = 3, No = 2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Entropy = 0.9710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latin typeface="Aptos"/>
              </a:defRPr>
            </a:pPr>
            <a:r>
              <a:t>Weighted Entropy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70332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latin typeface="Aptos"/>
              </a:defRPr>
            </a:pPr>
            <a:r>
              <a:t>(5/14)(0.9710) + (4/14)(0) + (5/14)(0.9710)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latin typeface="Aptos"/>
              </a:defRPr>
            </a:pPr>
            <a:r>
              <a:t>= 0.6935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983480"/>
            <a:ext cx="6675120" cy="822960"/>
          </a:xfrm>
          <a:prstGeom prst="roundRect">
            <a:avLst/>
          </a:prstGeom>
          <a:solidFill>
            <a:srgbClr val="E1F8E1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3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Gain(Outlook) = 0.9403 − 0.6935 = 0.2468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5037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Step 3 – Information Gain for Temperature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latin typeface="Aptos"/>
              </a:defRPr>
            </a:pPr>
            <a:r>
              <a:t>Hot: 4 records → Yes = 2, No = 2 → Entropy = 1.0000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latin typeface="Aptos"/>
              </a:defRPr>
            </a:pPr>
            <a:r>
              <a:t>Mild: 6 records → Yes = 4, No = 2 → Entropy = 0.9183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latin typeface="Aptos"/>
              </a:defRPr>
            </a:pPr>
            <a:r>
              <a:t>Cool: 4 records → Yes = 3, No = 1 → Entropy = 0.8113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37560"/>
            <a:ext cx="6675120" cy="1325880"/>
          </a:xfrm>
          <a:prstGeom prst="roundRect">
            <a:avLst/>
          </a:prstGeom>
          <a:solidFill>
            <a:srgbClr val="F0F0FA"/>
          </a:solidFill>
          <a:ln>
            <a:solidFill>
              <a:srgbClr val="6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Weighted Entropy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(4/14)(1.0000) + (6/14)(0.9183) + (4/14)(0.8113)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0.9111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246120"/>
            <a:ext cx="3200400" cy="1554480"/>
          </a:xfrm>
          <a:prstGeom prst="roundRect">
            <a:avLst/>
          </a:prstGeom>
          <a:solidFill>
            <a:srgbClr val="F8F5EB"/>
          </a:solidFill>
          <a:ln>
            <a:solidFill>
              <a:srgbClr val="96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Gain(Temperature)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0.9403 − 0.9111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0.0292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9714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Step 4 – Information Gain for Humidity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latin typeface="Aptos"/>
              </a:defRPr>
            </a:pPr>
            <a:r>
              <a:t>High: 7 records → Yes = 3, No = 4 → Entropy = 0.9852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latin typeface="Aptos"/>
              </a:defRPr>
            </a:pPr>
            <a:r>
              <a:t>Normal: 7 records → Yes = 6, No = 1 → Entropy = 0.5917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6675120" cy="1325880"/>
          </a:xfrm>
          <a:prstGeom prst="roundRect">
            <a:avLst/>
          </a:prstGeom>
          <a:solidFill>
            <a:srgbClr val="F0F0FA"/>
          </a:solidFill>
          <a:ln>
            <a:solidFill>
              <a:srgbClr val="6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Weighted Entropy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(7/14)(0.9852) + (7/14)(0.5917)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0.7885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651760"/>
            <a:ext cx="3200400" cy="1554480"/>
          </a:xfrm>
          <a:prstGeom prst="roundRect">
            <a:avLst/>
          </a:prstGeom>
          <a:solidFill>
            <a:srgbClr val="EBF8EB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Gain(Humidity)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0.9403 − 0.7885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0.1518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3767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Step 5 – Information Gain for 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latin typeface="Aptos"/>
              </a:defRPr>
            </a:pPr>
            <a:r>
              <a:t>Weak: 8 records → Yes = 6, No = 2 → Entropy = 0.8113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latin typeface="Aptos"/>
              </a:defRPr>
            </a:pPr>
            <a:r>
              <a:t>Strong: 6 records → Yes = 3, No = 3 → Entropy = 1.0000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6675120" cy="1325880"/>
          </a:xfrm>
          <a:prstGeom prst="roundRect">
            <a:avLst/>
          </a:prstGeom>
          <a:solidFill>
            <a:srgbClr val="F0F0FA"/>
          </a:solidFill>
          <a:ln>
            <a:solidFill>
              <a:srgbClr val="6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Weighted Entropy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(8/14)(0.8113) + (6/14)(1.0000)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0.8922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651760"/>
            <a:ext cx="3200400" cy="1554480"/>
          </a:xfrm>
          <a:prstGeom prst="roundRect">
            <a:avLst/>
          </a:prstGeom>
          <a:solidFill>
            <a:srgbClr val="F8F5EB"/>
          </a:solidFill>
          <a:ln>
            <a:solidFill>
              <a:srgbClr val="96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Gain(Wind)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0.9403 − 0.8922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= 0.0481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6700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Step 6 – Compare Information Gains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234440"/>
            <a:ext cx="3291840" cy="502920"/>
          </a:xfrm>
          <a:prstGeom prst="roundRect">
            <a:avLst/>
          </a:prstGeom>
          <a:solidFill>
            <a:srgbClr val="DCE6F5"/>
          </a:solidFill>
          <a:ln>
            <a:solidFill>
              <a:srgbClr val="64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Attribute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234440"/>
            <a:ext cx="2194560" cy="502920"/>
          </a:xfrm>
          <a:prstGeom prst="roundRect">
            <a:avLst/>
          </a:prstGeom>
          <a:solidFill>
            <a:srgbClr val="DCE6F5"/>
          </a:solidFill>
          <a:ln>
            <a:solidFill>
              <a:srgbClr val="64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Gain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737360"/>
            <a:ext cx="3291840" cy="685800"/>
          </a:xfrm>
          <a:prstGeom prst="roundRect">
            <a:avLst/>
          </a:prstGeom>
          <a:solidFill>
            <a:srgbClr val="DCF8D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Outlook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737360"/>
            <a:ext cx="2194560" cy="685800"/>
          </a:xfrm>
          <a:prstGeom prst="roundRect">
            <a:avLst/>
          </a:prstGeom>
          <a:solidFill>
            <a:srgbClr val="DCF8DC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0.2468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423160"/>
            <a:ext cx="3291840" cy="68580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0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Humidity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423160"/>
            <a:ext cx="2194560" cy="68580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0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0.1518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08960"/>
            <a:ext cx="3291840" cy="68580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0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Wind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108960"/>
            <a:ext cx="2194560" cy="68580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0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0.0481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794760"/>
            <a:ext cx="3291840" cy="68580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0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794760"/>
            <a:ext cx="2194560" cy="685800"/>
          </a:xfrm>
          <a:prstGeom prst="roundRect">
            <a:avLst/>
          </a:prstGeom>
          <a:solidFill>
            <a:srgbClr val="F8F8F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0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0.0292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194560"/>
            <a:ext cx="3291840" cy="1554480"/>
          </a:xfrm>
          <a:prstGeom prst="roundRect">
            <a:avLst/>
          </a:prstGeom>
          <a:solidFill>
            <a:srgbClr val="EBF8EB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Maximum Information Gain = 0.2468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Therefore ROOT = OUTLOOK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5689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Step 7 – Calculate Splits for Remaining Branches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291840" cy="1188720"/>
          </a:xfrm>
          <a:prstGeom prst="roundRect">
            <a:avLst/>
          </a:prstGeom>
          <a:solidFill>
            <a:srgbClr val="F8F0F0"/>
          </a:solidFill>
          <a:ln>
            <a:solidFill>
              <a:srgbClr val="A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SUNNY BRANCH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5 records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Yes = 2, No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latin typeface="Aptos"/>
              </a:defRPr>
            </a:pPr>
            <a:r>
              <a:t>Best split = Humidity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3749039" cy="1508760"/>
          </a:xfrm>
          <a:prstGeom prst="roundRect">
            <a:avLst/>
          </a:prstGeom>
          <a:solidFill>
            <a:srgbClr val="F8E1E1"/>
          </a:solidFill>
          <a:ln>
            <a:solidFill>
              <a:srgbClr val="A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Humidity = High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3 records → Yes=0, No=3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Entropy = 0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→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200400"/>
            <a:ext cx="3749039" cy="1508760"/>
          </a:xfrm>
          <a:prstGeom prst="roundRect">
            <a:avLst/>
          </a:prstGeom>
          <a:solidFill>
            <a:srgbClr val="E1F8E1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Humidity = Normal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2 records → Yes=2, No=0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Entropy = 0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→ YES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88720"/>
            <a:ext cx="3291840" cy="1188720"/>
          </a:xfrm>
          <a:prstGeom prst="roundRect">
            <a:avLst/>
          </a:prstGeom>
          <a:solidFill>
            <a:srgbClr val="F8F5EB"/>
          </a:solidFill>
          <a:ln>
            <a:solidFill>
              <a:srgbClr val="96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RAIN BRANCH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5 records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Yes = 3, No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651760"/>
            <a:ext cx="27432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latin typeface="Aptos"/>
              </a:defRPr>
            </a:pPr>
            <a:r>
              <a:t>Best split = Wind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00400"/>
            <a:ext cx="3291840" cy="1508760"/>
          </a:xfrm>
          <a:prstGeom prst="roundRect">
            <a:avLst/>
          </a:prstGeom>
          <a:solidFill>
            <a:srgbClr val="EBF8EB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Weak → YES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Strong →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3282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Step 8 – Final Decision Tree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0" y="685800"/>
            <a:ext cx="2743200" cy="594360"/>
          </a:xfrm>
          <a:prstGeom prst="roundRect">
            <a:avLst/>
          </a:prstGeom>
          <a:solidFill>
            <a:srgbClr val="E1EBFA"/>
          </a:solidFill>
          <a:ln>
            <a:solidFill>
              <a:srgbClr val="46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OUTLOOK?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468880" cy="914400"/>
          </a:xfrm>
          <a:prstGeom prst="roundRect">
            <a:avLst/>
          </a:prstGeom>
          <a:solidFill>
            <a:srgbClr val="E1F8E1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Overcast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→ YES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2468880" cy="640080"/>
          </a:xfrm>
          <a:prstGeom prst="roundRect">
            <a:avLst/>
          </a:prstGeom>
          <a:solidFill>
            <a:srgbClr val="F8F0F0"/>
          </a:solidFill>
          <a:ln>
            <a:solidFill>
              <a:srgbClr val="A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Sunny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828800"/>
            <a:ext cx="2468880" cy="640080"/>
          </a:xfrm>
          <a:prstGeom prst="roundRect">
            <a:avLst/>
          </a:prstGeom>
          <a:solidFill>
            <a:srgbClr val="F8F5EB"/>
          </a:solidFill>
          <a:ln>
            <a:solidFill>
              <a:srgbClr val="96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Rain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783080" y="1280160"/>
            <a:ext cx="425196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897880" y="1280160"/>
            <a:ext cx="13716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1280160"/>
            <a:ext cx="434340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00600" y="2880360"/>
            <a:ext cx="2194560" cy="594360"/>
          </a:xfrm>
          <a:prstGeom prst="roundRect">
            <a:avLst/>
          </a:prstGeom>
          <a:solidFill>
            <a:srgbClr val="EBEBFA"/>
          </a:solidFill>
          <a:ln>
            <a:solidFill>
              <a:srgbClr val="6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HUMIDITY?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023360"/>
            <a:ext cx="2194560" cy="731520"/>
          </a:xfrm>
          <a:prstGeom prst="roundRect">
            <a:avLst/>
          </a:prstGeom>
          <a:solidFill>
            <a:srgbClr val="F8E1E1"/>
          </a:solidFill>
          <a:ln>
            <a:solidFill>
              <a:srgbClr val="A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High → 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1678" y="3931920"/>
            <a:ext cx="2194560" cy="731520"/>
          </a:xfrm>
          <a:prstGeom prst="roundRect">
            <a:avLst/>
          </a:prstGeom>
          <a:solidFill>
            <a:srgbClr val="E1F8E1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Normal → YES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480560" y="3474720"/>
            <a:ext cx="141732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97880" y="3474720"/>
            <a:ext cx="150876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81160" y="2880360"/>
            <a:ext cx="2194560" cy="594360"/>
          </a:xfrm>
          <a:prstGeom prst="roundRect">
            <a:avLst/>
          </a:prstGeom>
          <a:solidFill>
            <a:srgbClr val="EBEBFA"/>
          </a:solidFill>
          <a:ln>
            <a:solidFill>
              <a:srgbClr val="64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WIND?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023360"/>
            <a:ext cx="2286000" cy="731520"/>
          </a:xfrm>
          <a:prstGeom prst="roundRect">
            <a:avLst/>
          </a:prstGeom>
          <a:solidFill>
            <a:srgbClr val="E1F8E1"/>
          </a:solidFill>
          <a:ln>
            <a:solidFill>
              <a:srgbClr val="46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Weak → 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4023360"/>
            <a:ext cx="1554480" cy="731520"/>
          </a:xfrm>
          <a:prstGeom prst="roundRect">
            <a:avLst/>
          </a:prstGeom>
          <a:solidFill>
            <a:srgbClr val="F8E1E1"/>
          </a:solidFill>
          <a:ln>
            <a:solidFill>
              <a:srgbClr val="A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Strong → NO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9098280" y="3474720"/>
            <a:ext cx="128016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78440" y="3474720"/>
            <a:ext cx="64008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9</a:t>
            </a:r>
          </a:p>
        </p:txBody>
      </p:sp>
      <p:cxnSp>
        <p:nvCxnSpPr>
          <p:cNvPr id="21" name="Connector 7">
            <a:extLst>
              <a:ext uri="{FF2B5EF4-FFF2-40B4-BE49-F238E27FC236}">
                <a16:creationId xmlns:a16="http://schemas.microsoft.com/office/drawing/2014/main" id="{A1EFB282-F077-7E81-13CD-54835F43BD3A}"/>
              </a:ext>
            </a:extLst>
          </p:cNvPr>
          <p:cNvCxnSpPr/>
          <p:nvPr/>
        </p:nvCxnSpPr>
        <p:spPr>
          <a:xfrm flipH="1">
            <a:off x="5721529" y="2423160"/>
            <a:ext cx="137160" cy="5486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4246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Step 9 – Classification of Given Test 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4206240" cy="2011680"/>
          </a:xfrm>
          <a:prstGeom prst="roundRect">
            <a:avLst/>
          </a:prstGeom>
          <a:solidFill>
            <a:srgbClr val="E8F0FE"/>
          </a:solidFill>
          <a:ln>
            <a:solidFill>
              <a:srgbClr val="46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Outlook = Sunny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Temperature = Cool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Humidity = High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Wind = Strong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234440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latin typeface="Aptos"/>
              </a:defRPr>
            </a:pPr>
            <a:r>
              <a:t>Decision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783080"/>
            <a:ext cx="50292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latin typeface="Aptos"/>
              </a:defRPr>
            </a:pPr>
            <a:r>
              <a:t>1. Outlook = Sunny</a:t>
            </a:r>
            <a:br/>
            <a:r>
              <a:t>        ↓</a:t>
            </a:r>
            <a:br/>
            <a:r>
              <a:t>2. Go to Sunny branch</a:t>
            </a:r>
            <a:br/>
            <a:r>
              <a:t>        ↓</a:t>
            </a:r>
            <a:br/>
            <a:r>
              <a:t>3. Humidity = High</a:t>
            </a:r>
            <a:br/>
            <a:r>
              <a:t>        ↓</a:t>
            </a:r>
            <a:br/>
            <a:r>
              <a:t>4. Leaf =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4892040"/>
            <a:ext cx="5577840" cy="914400"/>
          </a:xfrm>
          <a:prstGeom prst="roundRect">
            <a:avLst/>
          </a:prstGeom>
          <a:solidFill>
            <a:srgbClr val="F8E1E1"/>
          </a:solidFill>
          <a:ln>
            <a:solidFill>
              <a:srgbClr val="A0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700" b="1">
                <a:latin typeface="Aptos"/>
              </a:defRPr>
            </a:pPr>
            <a:r>
              <a:rPr>
                <a:solidFill>
                  <a:schemeClr val="tx1"/>
                </a:solidFill>
              </a:rPr>
              <a:t>FINAL PREDICTION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PLAY =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035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latin typeface="Aptos"/>
              </a:defRPr>
            </a:pPr>
            <a:r>
              <a:t>Temperature = Cool and Wind = Strong are not evaluated after reaching the leaf.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latin typeface="Aptos"/>
              </a:defRPr>
            </a:pPr>
            <a:r>
              <a:t>Decision Tree – Play Tennis | 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BDE0B5-FE44-1F58-31C9-62A16264C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81280"/>
            <a:ext cx="11765280" cy="660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69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977EE-255B-C0E5-F6ED-62B5C95CE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200"/>
            <a:ext cx="12191999" cy="6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68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86E997-5878-4541-B23E-D380D75B2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2239"/>
            <a:ext cx="11866880" cy="700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49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815370-9334-DFBA-6139-F001603A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0"/>
            <a:ext cx="12090400" cy="693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43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894</Words>
  <Application>Microsoft Office PowerPoint</Application>
  <PresentationFormat>Widescreen</PresentationFormat>
  <Paragraphs>190</Paragraphs>
  <Slides>30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Balamurugan Kasirajan</cp:lastModifiedBy>
  <cp:revision>1</cp:revision>
  <dcterms:created xsi:type="dcterms:W3CDTF">2026-08-10T15:06:11Z</dcterms:created>
  <dcterms:modified xsi:type="dcterms:W3CDTF">2026-08-12T07:48:56Z</dcterms:modified>
</cp:coreProperties>
</file>
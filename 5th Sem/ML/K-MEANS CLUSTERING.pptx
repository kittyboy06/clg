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murugan Kasirajan" userId="6b8e824238feb720" providerId="LiveId" clId="{001574B2-2711-4D79-B5AF-E91A51B28D67}"/>
    <pc:docChg chg="addSld modSld">
      <pc:chgData name="Balamurugan Kasirajan" userId="6b8e824238feb720" providerId="LiveId" clId="{001574B2-2711-4D79-B5AF-E91A51B28D67}" dt="2026-09-01T15:13:07.602" v="62" actId="14100"/>
      <pc:docMkLst>
        <pc:docMk/>
      </pc:docMkLst>
      <pc:sldChg chg="addSp delSp modSp mod">
        <pc:chgData name="Balamurugan Kasirajan" userId="6b8e824238feb720" providerId="LiveId" clId="{001574B2-2711-4D79-B5AF-E91A51B28D67}" dt="2026-09-01T15:11:31.138" v="34" actId="14100"/>
        <pc:sldMkLst>
          <pc:docMk/>
          <pc:sldMk cId="1618452286" sldId="265"/>
        </pc:sldMkLst>
        <pc:spChg chg="del">
          <ac:chgData name="Balamurugan Kasirajan" userId="6b8e824238feb720" providerId="LiveId" clId="{001574B2-2711-4D79-B5AF-E91A51B28D67}" dt="2026-09-01T15:05:52.609" v="4" actId="931"/>
          <ac:spMkLst>
            <pc:docMk/>
            <pc:sldMk cId="1618452286" sldId="265"/>
            <ac:spMk id="3" creationId="{65160547-DF95-EEDE-7417-07177923D807}"/>
          </ac:spMkLst>
        </pc:spChg>
        <pc:picChg chg="add mod ord">
          <ac:chgData name="Balamurugan Kasirajan" userId="6b8e824238feb720" providerId="LiveId" clId="{001574B2-2711-4D79-B5AF-E91A51B28D67}" dt="2026-09-01T15:11:31.138" v="34" actId="14100"/>
          <ac:picMkLst>
            <pc:docMk/>
            <pc:sldMk cId="1618452286" sldId="265"/>
            <ac:picMk id="5" creationId="{28C47637-694E-F274-C767-003BF0AB8DBE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1:01.396" v="25" actId="14100"/>
        <pc:sldMkLst>
          <pc:docMk/>
          <pc:sldMk cId="1035590953" sldId="266"/>
        </pc:sldMkLst>
        <pc:spChg chg="del">
          <ac:chgData name="Balamurugan Kasirajan" userId="6b8e824238feb720" providerId="LiveId" clId="{001574B2-2711-4D79-B5AF-E91A51B28D67}" dt="2026-09-01T15:05:11.595" v="2" actId="931"/>
          <ac:spMkLst>
            <pc:docMk/>
            <pc:sldMk cId="1035590953" sldId="266"/>
            <ac:spMk id="3" creationId="{B10AC65E-BB65-67BE-949D-48FDB24150DB}"/>
          </ac:spMkLst>
        </pc:spChg>
        <pc:picChg chg="add mod ord">
          <ac:chgData name="Balamurugan Kasirajan" userId="6b8e824238feb720" providerId="LiveId" clId="{001574B2-2711-4D79-B5AF-E91A51B28D67}" dt="2026-09-01T15:11:01.396" v="25" actId="14100"/>
          <ac:picMkLst>
            <pc:docMk/>
            <pc:sldMk cId="1035590953" sldId="266"/>
            <ac:picMk id="5" creationId="{834BCBB4-4D2D-4F63-4777-4F909D9012EE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1:17.922" v="30" actId="14100"/>
        <pc:sldMkLst>
          <pc:docMk/>
          <pc:sldMk cId="1640575463" sldId="267"/>
        </pc:sldMkLst>
        <pc:spChg chg="del">
          <ac:chgData name="Balamurugan Kasirajan" userId="6b8e824238feb720" providerId="LiveId" clId="{001574B2-2711-4D79-B5AF-E91A51B28D67}" dt="2026-09-01T15:05:26.260" v="3" actId="931"/>
          <ac:spMkLst>
            <pc:docMk/>
            <pc:sldMk cId="1640575463" sldId="267"/>
            <ac:spMk id="3" creationId="{063F47A8-1E22-2807-FE55-0B95813D9549}"/>
          </ac:spMkLst>
        </pc:spChg>
        <pc:picChg chg="add mod ord">
          <ac:chgData name="Balamurugan Kasirajan" userId="6b8e824238feb720" providerId="LiveId" clId="{001574B2-2711-4D79-B5AF-E91A51B28D67}" dt="2026-09-01T15:11:17.922" v="30" actId="14100"/>
          <ac:picMkLst>
            <pc:docMk/>
            <pc:sldMk cId="1640575463" sldId="267"/>
            <ac:picMk id="5" creationId="{C037C68B-CD17-96CB-25FA-BB530660850A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1:44.733" v="38" actId="14100"/>
        <pc:sldMkLst>
          <pc:docMk/>
          <pc:sldMk cId="1767101844" sldId="268"/>
        </pc:sldMkLst>
        <pc:spChg chg="del">
          <ac:chgData name="Balamurugan Kasirajan" userId="6b8e824238feb720" providerId="LiveId" clId="{001574B2-2711-4D79-B5AF-E91A51B28D67}" dt="2026-09-01T15:06:46.570" v="7" actId="931"/>
          <ac:spMkLst>
            <pc:docMk/>
            <pc:sldMk cId="1767101844" sldId="268"/>
            <ac:spMk id="3" creationId="{8FDFB064-0791-90DD-9820-79D0865AD7B4}"/>
          </ac:spMkLst>
        </pc:spChg>
        <pc:picChg chg="add mod ord">
          <ac:chgData name="Balamurugan Kasirajan" userId="6b8e824238feb720" providerId="LiveId" clId="{001574B2-2711-4D79-B5AF-E91A51B28D67}" dt="2026-09-01T15:11:44.733" v="38" actId="14100"/>
          <ac:picMkLst>
            <pc:docMk/>
            <pc:sldMk cId="1767101844" sldId="268"/>
            <ac:picMk id="5" creationId="{39A0FD06-AF50-2388-AD99-6BA44783697E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1:58.515" v="42" actId="14100"/>
        <pc:sldMkLst>
          <pc:docMk/>
          <pc:sldMk cId="68298032" sldId="269"/>
        </pc:sldMkLst>
        <pc:spChg chg="del">
          <ac:chgData name="Balamurugan Kasirajan" userId="6b8e824238feb720" providerId="LiveId" clId="{001574B2-2711-4D79-B5AF-E91A51B28D67}" dt="2026-09-01T15:07:01.848" v="8" actId="931"/>
          <ac:spMkLst>
            <pc:docMk/>
            <pc:sldMk cId="68298032" sldId="269"/>
            <ac:spMk id="3" creationId="{7A82208E-7D04-87A3-FB3A-160037E5F177}"/>
          </ac:spMkLst>
        </pc:spChg>
        <pc:picChg chg="add mod ord">
          <ac:chgData name="Balamurugan Kasirajan" userId="6b8e824238feb720" providerId="LiveId" clId="{001574B2-2711-4D79-B5AF-E91A51B28D67}" dt="2026-09-01T15:11:58.515" v="42" actId="14100"/>
          <ac:picMkLst>
            <pc:docMk/>
            <pc:sldMk cId="68298032" sldId="269"/>
            <ac:picMk id="5" creationId="{2CE163AA-F145-3320-AD19-749AF4C93921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2:12.495" v="46" actId="14100"/>
        <pc:sldMkLst>
          <pc:docMk/>
          <pc:sldMk cId="4211613377" sldId="270"/>
        </pc:sldMkLst>
        <pc:spChg chg="del">
          <ac:chgData name="Balamurugan Kasirajan" userId="6b8e824238feb720" providerId="LiveId" clId="{001574B2-2711-4D79-B5AF-E91A51B28D67}" dt="2026-09-01T15:07:24.443" v="10" actId="931"/>
          <ac:spMkLst>
            <pc:docMk/>
            <pc:sldMk cId="4211613377" sldId="270"/>
            <ac:spMk id="3" creationId="{3CE68D6E-152E-E063-C1F8-76C0118EDF39}"/>
          </ac:spMkLst>
        </pc:spChg>
        <pc:picChg chg="add mod ord">
          <ac:chgData name="Balamurugan Kasirajan" userId="6b8e824238feb720" providerId="LiveId" clId="{001574B2-2711-4D79-B5AF-E91A51B28D67}" dt="2026-09-01T15:12:12.495" v="46" actId="14100"/>
          <ac:picMkLst>
            <pc:docMk/>
            <pc:sldMk cId="4211613377" sldId="270"/>
            <ac:picMk id="5" creationId="{7FF66D30-9A25-6A4D-1A17-B9B4657D80BB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2:24.761" v="50" actId="14100"/>
        <pc:sldMkLst>
          <pc:docMk/>
          <pc:sldMk cId="575882658" sldId="271"/>
        </pc:sldMkLst>
        <pc:spChg chg="del">
          <ac:chgData name="Balamurugan Kasirajan" userId="6b8e824238feb720" providerId="LiveId" clId="{001574B2-2711-4D79-B5AF-E91A51B28D67}" dt="2026-09-01T15:07:48.231" v="12" actId="931"/>
          <ac:spMkLst>
            <pc:docMk/>
            <pc:sldMk cId="575882658" sldId="271"/>
            <ac:spMk id="3" creationId="{F7E226E6-65F7-5CC8-DBF5-0C155CB5A055}"/>
          </ac:spMkLst>
        </pc:spChg>
        <pc:picChg chg="add mod ord">
          <ac:chgData name="Balamurugan Kasirajan" userId="6b8e824238feb720" providerId="LiveId" clId="{001574B2-2711-4D79-B5AF-E91A51B28D67}" dt="2026-09-01T15:12:24.761" v="50" actId="14100"/>
          <ac:picMkLst>
            <pc:docMk/>
            <pc:sldMk cId="575882658" sldId="271"/>
            <ac:picMk id="5" creationId="{4235D73A-F9C4-E1EF-307F-5D714FA68141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2:40.701" v="54" actId="14100"/>
        <pc:sldMkLst>
          <pc:docMk/>
          <pc:sldMk cId="330022863" sldId="272"/>
        </pc:sldMkLst>
        <pc:spChg chg="del">
          <ac:chgData name="Balamurugan Kasirajan" userId="6b8e824238feb720" providerId="LiveId" clId="{001574B2-2711-4D79-B5AF-E91A51B28D67}" dt="2026-09-01T15:08:05.851" v="14" actId="931"/>
          <ac:spMkLst>
            <pc:docMk/>
            <pc:sldMk cId="330022863" sldId="272"/>
            <ac:spMk id="3" creationId="{D081363E-8A05-48E2-D5ED-437A587AA947}"/>
          </ac:spMkLst>
        </pc:spChg>
        <pc:picChg chg="add mod ord">
          <ac:chgData name="Balamurugan Kasirajan" userId="6b8e824238feb720" providerId="LiveId" clId="{001574B2-2711-4D79-B5AF-E91A51B28D67}" dt="2026-09-01T15:12:40.701" v="54" actId="14100"/>
          <ac:picMkLst>
            <pc:docMk/>
            <pc:sldMk cId="330022863" sldId="272"/>
            <ac:picMk id="5" creationId="{4819DF5B-2EE7-852A-BB6D-9694BD486E7F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2:52.196" v="58" actId="14100"/>
        <pc:sldMkLst>
          <pc:docMk/>
          <pc:sldMk cId="4149053133" sldId="273"/>
        </pc:sldMkLst>
        <pc:spChg chg="del">
          <ac:chgData name="Balamurugan Kasirajan" userId="6b8e824238feb720" providerId="LiveId" clId="{001574B2-2711-4D79-B5AF-E91A51B28D67}" dt="2026-09-01T15:09:04.152" v="16" actId="931"/>
          <ac:spMkLst>
            <pc:docMk/>
            <pc:sldMk cId="4149053133" sldId="273"/>
            <ac:spMk id="3" creationId="{3939220B-D5BA-A900-D99F-656351FD60CF}"/>
          </ac:spMkLst>
        </pc:spChg>
        <pc:picChg chg="add mod ord">
          <ac:chgData name="Balamurugan Kasirajan" userId="6b8e824238feb720" providerId="LiveId" clId="{001574B2-2711-4D79-B5AF-E91A51B28D67}" dt="2026-09-01T15:12:52.196" v="58" actId="14100"/>
          <ac:picMkLst>
            <pc:docMk/>
            <pc:sldMk cId="4149053133" sldId="273"/>
            <ac:picMk id="5" creationId="{074947E0-001D-5E0D-EE7F-A37D19D3C04E}"/>
          </ac:picMkLst>
        </pc:picChg>
      </pc:sldChg>
      <pc:sldChg chg="addSp delSp modSp new mod">
        <pc:chgData name="Balamurugan Kasirajan" userId="6b8e824238feb720" providerId="LiveId" clId="{001574B2-2711-4D79-B5AF-E91A51B28D67}" dt="2026-09-01T15:13:07.602" v="62" actId="14100"/>
        <pc:sldMkLst>
          <pc:docMk/>
          <pc:sldMk cId="1392311764" sldId="274"/>
        </pc:sldMkLst>
        <pc:spChg chg="del">
          <ac:chgData name="Balamurugan Kasirajan" userId="6b8e824238feb720" providerId="LiveId" clId="{001574B2-2711-4D79-B5AF-E91A51B28D67}" dt="2026-09-01T15:09:20.987" v="18" actId="931"/>
          <ac:spMkLst>
            <pc:docMk/>
            <pc:sldMk cId="1392311764" sldId="274"/>
            <ac:spMk id="3" creationId="{0CE6BE2F-0EB1-7CC5-9D30-3281620DB41D}"/>
          </ac:spMkLst>
        </pc:spChg>
        <pc:picChg chg="add mod ord">
          <ac:chgData name="Balamurugan Kasirajan" userId="6b8e824238feb720" providerId="LiveId" clId="{001574B2-2711-4D79-B5AF-E91A51B28D67}" dt="2026-09-01T15:13:07.602" v="62" actId="14100"/>
          <ac:picMkLst>
            <pc:docMk/>
            <pc:sldMk cId="1392311764" sldId="274"/>
            <ac:picMk id="5" creationId="{2B10ECA1-533C-C27D-34E0-D2193BD306BC}"/>
          </ac:picMkLst>
        </pc:picChg>
      </pc:sldChg>
      <pc:sldChg chg="new">
        <pc:chgData name="Balamurugan Kasirajan" userId="6b8e824238feb720" providerId="LiveId" clId="{001574B2-2711-4D79-B5AF-E91A51B28D67}" dt="2026-09-01T15:09:34.112" v="19" actId="680"/>
        <pc:sldMkLst>
          <pc:docMk/>
          <pc:sldMk cId="462379545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2A15-6B5F-6DF5-A7C6-F69FCE053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A4367-F343-0686-4136-B567F67BD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42C1-81F6-6A16-DDB8-3C379215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7A9FA-FA6E-2F1C-38AF-9078F90B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99BD5-669D-C426-6FAC-F116711E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816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B0F1-B567-A819-BCB8-80DC0BE9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511C3-4161-C279-3493-1242184D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50D76-EAE1-00C0-73D6-687B9243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F2E0-70B4-2786-BBB2-442E39F3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E01A7-1278-C134-6853-2EF3883B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8939-C59C-0FF1-7875-ED08D0FA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29D2-0023-E22A-FA87-34471711B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28852-428B-BA79-CB44-E33C7A52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E8A62-C67C-9154-708A-A88301B6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A37-2E4F-3F5B-660E-C109BE26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9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97C8-E10F-F44F-2A42-47705442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5D6D-C7FC-E215-6875-B89DEA786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5F94E-E58B-C8F2-0241-00510F704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98391-60E5-9A03-135A-DD618919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B0B39-12EA-2ECC-DF8B-3FE14E44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33C61-3AEA-8A65-5B7F-FEBCCD2D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1C36-F268-0CD2-E5B9-722E49AE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E0577-F652-FE69-6DCB-8B47D131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2CE47-C1A4-1213-C0A8-4F3311131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34A99-193A-8EE7-726E-EFBAB2B36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BB525-B1C5-7A15-E81E-B31ADF271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D281A-FC98-B637-3CE5-7DBC36A6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B2C95-CBDC-CEEF-D2A9-7417AD46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B770D-8EAB-E87B-020A-8BD19440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20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8D3D-2023-C4A0-A860-44794865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17391-F761-69CB-1331-966C5E51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FFC95-78A3-1E62-B386-FBDCB5B8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090B1-5AB6-708E-028B-526CA654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5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F476D-37CF-73F1-5F8F-2DE338B3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64FC8-9234-4704-3327-34D55A2A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633B8-CE52-E8BF-2D2A-0060AB1E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9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6F8B-5B33-FE87-075B-DEBF82B7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19E2-8C3D-FAFE-FC5B-843AFA682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9A3E3-711B-ABE0-64B1-961D44AD3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5C068-C9A3-025A-DC59-F54A1F67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02EDD-FA95-D40A-FA43-588C87F2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18305-9965-670D-1FF1-58C32BFF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6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0D49-4BF1-3884-C102-017FAB58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2FE23-305D-6393-D205-D7B3E9EBF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0439D-491A-1191-4E73-59E2A202A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22CD1-17A9-AD42-E673-A2634EA9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2012E-7CFA-03A7-52B6-BB7C8A1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2EAD2-F812-C6E2-E5C0-0CC03E98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2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FD24-EC54-215C-9183-EEE9FC0E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7560B-3088-52E4-376E-2D532A656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5B63A-D13F-86D4-2A01-F6AB10F3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7739A-4F23-3861-7B8A-E573970B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1BA5-E82D-4453-39FB-EA8DC0EFA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18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031AD-77DE-A194-97A0-636EE5A38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B39ED-3180-FD58-FBD3-B8C370106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5F85-CFA1-8495-AD96-5D3EB787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234E-124F-4557-8F6C-EEABBD6B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7595A-0234-A891-1CD0-0C8645A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0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64102-7D24-8331-E8D3-C2694E88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74422-192F-B8CF-8ED8-37AFC030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CAA4-9F94-77F9-A009-97FC76BA2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FDF59-CFEE-4B2B-8727-D35D90FB513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A7D3C-12FD-4C88-7EF0-EDC38B4C3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4984F-98DC-F9F5-9D6C-330F32BF7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D1EF-551B-4480-AA45-127590830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43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D362-8E52-B674-7CCB-AA77FC166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4515D-EE15-15DD-C0E7-3DD2779DA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676CA-26CA-DD2C-5571-9F68C4FEB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6174"/>
            <a:ext cx="12160875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1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8B6AF-3444-D3EE-8E06-1C8DF2EED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8" y="0"/>
            <a:ext cx="11615057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8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AC9-8341-41B4-C720-6B4FAE62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6F8D2-9334-F53E-E4BF-FA63F4D37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829" y="283029"/>
            <a:ext cx="10170457" cy="64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1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F7FF-A3FE-9978-E0DD-20E49544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EE1CF-14A5-9C29-7D8D-CF09B506E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85056"/>
            <a:ext cx="11854543" cy="66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5735-EB8F-258A-6EE4-71923B76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54F31D-0068-53C1-D6C4-2361A3A42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" y="141514"/>
            <a:ext cx="11680372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96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9726-DCE2-633F-E041-359B6F7A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E3B20C-C299-5E59-8268-9164C0BF1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4" y="365124"/>
            <a:ext cx="115062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0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E8AF-B176-7960-5F06-F66C8F9D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74F4E-1A5B-4DC6-5751-7C232C56A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2724"/>
            <a:ext cx="11821886" cy="66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1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8483-56AC-8F95-2ADB-C48B49E8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502EF-8205-CC1C-409E-351A89904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7971"/>
            <a:ext cx="11680371" cy="66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0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3BD7-B9B1-A6CA-EEC3-D201D7AA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3FBD71-423D-9C87-4EB5-1E3E5F273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3286"/>
            <a:ext cx="11201400" cy="601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8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562E-70CE-BDDE-6D47-FC3B4AB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BCBB4-4D2D-4F63-4777-4F909D901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" y="174171"/>
            <a:ext cx="11898086" cy="64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9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2DBF-6651-E358-5DE1-4E8BBAFE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7C68B-CD17-96CB-25FA-BB5306608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514"/>
            <a:ext cx="12191999" cy="67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75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7C41-87C9-4553-BAFB-679E5E16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47637-694E-F274-C767-003BF0AB8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119634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5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0C86-2D09-E4CC-0AD5-65D36A38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A0FD06-AF50-2388-AD99-6BA447836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4" y="141514"/>
            <a:ext cx="12129395" cy="67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0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85EB-37FB-8F3B-EB64-C8153B4A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163AA-F145-3320-AD19-749AF4C93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4171"/>
            <a:ext cx="11778343" cy="657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8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510A-FFB7-A9B4-D9C2-0E4D0936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F66D30-9A25-6A4D-1A17-B9B4657D8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5" y="87086"/>
            <a:ext cx="12116785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13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D4C0-8B96-3F0C-BB4B-BDA5A05C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35D73A-F9C4-E1EF-307F-5D714FA68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0370"/>
            <a:ext cx="12039600" cy="66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82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615C-5AB2-A677-517D-3CF95CC0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19DF5B-2EE7-852A-BB6D-9694BD486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6828"/>
            <a:ext cx="12083142" cy="6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5654-631C-FE42-0AAC-C09274E8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947E0-001D-5E0D-EE7F-A37D19D3C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4" y="0"/>
            <a:ext cx="12114905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5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86F0-3F0E-780C-1A53-C39C5BE7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10ECA1-533C-C27D-34E0-D2193BD30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85057"/>
            <a:ext cx="11908971" cy="657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1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7930-BD2C-21AF-8F1B-EA757EB9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869E-013C-BE50-B2F2-790B0B84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7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Balamurugan Kasirajan</dc:creator>
  <cp:lastModifiedBy>Balamurugan Kasirajan</cp:lastModifiedBy>
  <cp:revision>1</cp:revision>
  <dcterms:created xsi:type="dcterms:W3CDTF">2026-09-01T08:15:12Z</dcterms:created>
  <dcterms:modified xsi:type="dcterms:W3CDTF">2026-09-01T15:13:12Z</dcterms:modified>
</cp:coreProperties>
</file>
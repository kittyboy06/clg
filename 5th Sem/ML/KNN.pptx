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7B606-3610-EF9C-8A6B-B4E0AEE7B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C4B7A-8AB2-66BC-9AE9-2EA67BB28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6F133-AE7A-21DD-6A20-49E74077C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43213-7A28-496C-9972-D519EE38932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2034A-62D4-23A6-7E00-36D98718B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66525-5F34-C751-346D-DBBAA5D16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BE06-361E-45A4-9534-618F634C4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167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C27C4-3398-4D43-59C6-A3E3CFEA5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97916-665F-D95C-EDFE-CEBF6B7C6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E7362-66A2-B30C-2C18-9295C0E4F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43213-7A28-496C-9972-D519EE38932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6A639-BF5B-FDC8-67DE-7069CB202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78CAC-B7B5-7372-3965-119982FB5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BE06-361E-45A4-9534-618F634C4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910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9262-ADAA-A3B7-32D2-B89FCE3F5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AF7BA-F837-F5BB-5E77-E08316B88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4065F-492B-5389-8464-7AB7C4D4B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43213-7A28-496C-9972-D519EE38932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7736B-D6F7-1D7D-8FEE-D66819A8B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F2F56-D4E6-4FA7-2E16-38B35B1B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BE06-361E-45A4-9534-618F634C4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000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C7282-61D2-2EA0-7901-2CE1EF480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B69C1-8AC6-67EF-D74F-0F2422788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E2D9A-C9FE-BBB0-1959-D6B2A71BB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0EB9-F0DB-58B9-F8E9-A8D426EF5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43213-7A28-496C-9972-D519EE38932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7D65E-9914-FBDC-CCD6-74105231E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6AA80-224C-3F78-017A-0DD9D4CE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BE06-361E-45A4-9534-618F634C4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556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8EF04-FED4-9D39-5209-6673C0CC2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E6D-CEEA-08A4-BA29-F15875BDD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A3C74-1D11-914A-9637-635C45FCF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517246-99D0-58CB-A318-F1DC7774C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6E7CE-0BDF-EC0E-6C6B-AC11949BA4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165625-F09A-41FC-73CD-E212F20E6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43213-7A28-496C-9972-D519EE38932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81B522-1765-5695-EF62-224CCE848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290E35-682B-4E32-4D2E-D359E9E01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BE06-361E-45A4-9534-618F634C4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13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AB281-4153-EB41-B316-2E6A0A300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BF56AF-7AC9-C650-EBD2-2D9560AC8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43213-7A28-496C-9972-D519EE38932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793E1F-4086-E0DB-7FB9-F4615B604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3961A-FC4E-EA91-9FA7-FBD2C7DBA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BE06-361E-45A4-9534-618F634C4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286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A67D09-B416-FFB2-9B03-03B9683F2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43213-7A28-496C-9972-D519EE38932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B6BCED-F4AC-2E8F-2833-BAB0DD5B1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D2539-0E58-FB69-3AF8-D508C3760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BE06-361E-45A4-9534-618F634C4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790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F9EEB-7481-65DD-0AB4-FCF5378E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A9B2C-730B-1640-82BF-19B6751E0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58F3F-AF81-44BB-3F4A-85E7B6744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7A397-33A3-E5BF-9CC1-032E51FC5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43213-7A28-496C-9972-D519EE38932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6AA6B-CF58-13BA-5D25-3209BCE3B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2CAE1E-2E24-CBCA-38D4-D8A75068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BE06-361E-45A4-9534-618F634C4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178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40E85-B5B4-7EC4-38D1-605FBAD58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71AED2-46E6-4F20-D99B-DE97DF796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A7DB6-901B-0F4E-4317-723221685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CCC33-1BC5-BD18-782A-70E928EC2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43213-7A28-496C-9972-D519EE38932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9D118-04B8-26C4-85AC-215317B9F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184E0-A447-F333-4EDE-4359DCAE4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BE06-361E-45A4-9534-618F634C4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972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F24B-AE89-8C7B-61FF-158F4C094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CA1C0-90E9-97E3-BE27-126363D12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3EF8A-45B4-26A1-7A4F-BB1CF3342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43213-7A28-496C-9972-D519EE38932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8F8D5-3964-9E31-00E3-8014634D1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A8764-80DB-9CA1-EF64-BC5AF11FF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BE06-361E-45A4-9534-618F634C4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4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1F3D6A-2D2C-9892-8926-2C13B9876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672A8-D315-CE67-52B5-BE2A9B013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7EE10-2A0F-AB06-1447-63A358319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43213-7A28-496C-9972-D519EE38932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506E3-6763-080D-A602-348C798A2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AD84D-FC06-811F-871A-477EE47E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BE06-361E-45A4-9534-618F634C4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550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3A1118-5DF1-2AD0-CC52-EDE625036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AC161-0EFF-0CFC-3298-6EA8B74E2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8BF91-EA9D-CB94-165F-1E00A6D87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143213-7A28-496C-9972-D519EE38932B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A0084-91E6-6F84-4ED2-DE74F1CA6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B994F-D1FF-479E-E9BB-0FDEEE979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CBE06-361E-45A4-9534-618F634C4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558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B29D0-77D6-FDDC-21D8-FD49367989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6DF53-3344-30E6-5A6D-88BDF13E36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BAE417-DF70-F2E8-CBCE-5EAD57AE2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8" y="82378"/>
            <a:ext cx="12160875" cy="669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98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6DBCB-8A35-C972-7A7E-13CFE10F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4B8A7C-7CD7-51E0-DB80-A760D67704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57" y="0"/>
            <a:ext cx="118871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664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296E2-28E1-4538-D99D-F06F7E078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346869-B076-4578-E491-700373EB2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57" y="239486"/>
            <a:ext cx="11843657" cy="661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209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86255-E825-5D77-CE79-A510720ED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64FABE-12A4-B492-E41A-CB1928D557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0"/>
            <a:ext cx="11778342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026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E4FBD-4AB0-F4E2-6930-A4A7DF7A2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B434D3-D35A-ABDF-8D69-252ED777F1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630"/>
            <a:ext cx="12039599" cy="672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63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21DC08-703F-D2F0-127E-E469F67308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43" y="152400"/>
            <a:ext cx="11854543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06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ECBF15-8FC8-AE4F-3D33-75EE874F07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5" y="261256"/>
            <a:ext cx="11691256" cy="650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371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356483-170A-B8A2-4F75-55EBA25AC2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2" y="0"/>
            <a:ext cx="11898086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083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E54811-4D9F-B01B-1E3A-AFCF54ADE3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5" y="226218"/>
            <a:ext cx="11538856" cy="640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572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522E1-E0AB-04EC-9A14-AEBD2F33C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F7D551-7A5B-0059-8DDE-E88FF8A838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6" y="-87086"/>
            <a:ext cx="12083143" cy="694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329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40088-F6EB-1891-462A-9745FD017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8D1B2A-6ED3-EDBF-9448-4DA223AC6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4" y="130629"/>
            <a:ext cx="11332029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769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D723A5-703E-6EC3-9081-1CFBBC37D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857" y="0"/>
            <a:ext cx="119960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029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19B40B-C638-9865-CA0D-828325FCB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213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452A19-C68A-E056-E453-44D5C4601A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4" y="87086"/>
            <a:ext cx="11843656" cy="608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64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823EA1-FA8D-6106-A120-D71AA70034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66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7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E9A979-5360-8DF1-F7C6-D2A614951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971"/>
            <a:ext cx="11941629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801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FD264-F063-4509-2AF7-632A2FDDF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0F5078-39A0-A58F-A32B-BED9BC2101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421" y="1825625"/>
            <a:ext cx="6937157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FFFEA0-B0D9-6C8E-CA0D-AE6F8ECD19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2" y="6174"/>
            <a:ext cx="12160875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991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BAFE44-315B-477A-80A3-9028456FA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57" y="0"/>
            <a:ext cx="11342914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258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9E493C-82AC-270B-4659-D3A903FBBC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286" y="76200"/>
            <a:ext cx="12061372" cy="668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71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9EC08D-7CFA-7EA7-AA86-0F688A649A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44" y="130629"/>
            <a:ext cx="11843656" cy="646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35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287593-8775-4309-E498-06627D1459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71" y="-97972"/>
            <a:ext cx="11832771" cy="703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724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F3739B-518E-A39F-2AE4-7720034D58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" y="108856"/>
            <a:ext cx="11843657" cy="674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195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Balamurugan Kasirajan</dc:creator>
  <cp:lastModifiedBy>Balamurugan Kasirajan</cp:lastModifiedBy>
  <cp:revision>1</cp:revision>
  <dcterms:created xsi:type="dcterms:W3CDTF">2026-09-02T04:30:27Z</dcterms:created>
  <dcterms:modified xsi:type="dcterms:W3CDTF">2026-09-02T04:31:00Z</dcterms:modified>
</cp:coreProperties>
</file>
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6" r:id="rId2"/>
    <p:sldId id="260" r:id="rId3"/>
    <p:sldId id="257" r:id="rId4"/>
    <p:sldId id="258" r:id="rId5"/>
    <p:sldId id="259" r:id="rId6"/>
    <p:sldId id="264" r:id="rId7"/>
    <p:sldId id="261" r:id="rId8"/>
    <p:sldId id="267" r:id="rId9"/>
    <p:sldId id="263" r:id="rId10"/>
    <p:sldId id="268" r:id="rId11"/>
    <p:sldId id="265" r:id="rId12"/>
    <p:sldId id="271" r:id="rId13"/>
    <p:sldId id="269" r:id="rId14"/>
    <p:sldId id="270" r:id="rId15"/>
    <p:sldId id="272" r:id="rId16"/>
    <p:sldId id="276" r:id="rId17"/>
    <p:sldId id="273" r:id="rId18"/>
    <p:sldId id="274" r:id="rId19"/>
    <p:sldId id="275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3D38D-8AC3-4AEC-A3ED-8E736BE38C08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C386-6953-4A20-885C-CCC24F019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2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5C386-6953-4A20-885C-CCC24F019A6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9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9 P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7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7 PM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7 PM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8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8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9 PM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8 PM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49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536B53-1318-FF05-2EAF-974BEBCF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19857" cy="658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34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50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04 at 7.58.50 P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8B53E-0862-C2B6-F554-C6DC1209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261258"/>
            <a:ext cx="11887200" cy="65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83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BCBAD-D34B-06DD-2C73-B139FD859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6829"/>
            <a:ext cx="11908970" cy="64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9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C8938-505C-1BB4-CD19-54BCAB91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250372"/>
            <a:ext cx="11506200" cy="64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80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EE4FB-F383-9F16-EAD4-59FA5B1D9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5" y="261256"/>
            <a:ext cx="11745686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39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91F771-7F5A-FDF0-F2DF-26ACD82AB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185057"/>
            <a:ext cx="11593285" cy="638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4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37F33-1F0D-9B7C-44DD-867485D78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" y="119743"/>
            <a:ext cx="11898086" cy="64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62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890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596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</Words>
  <Application>Microsoft Office PowerPoint</Application>
  <PresentationFormat>Widescreen</PresentationFormat>
  <Paragraphs>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Balamurugan Kasirajan</cp:lastModifiedBy>
  <cp:revision>4</cp:revision>
  <dcterms:created xsi:type="dcterms:W3CDTF">2013-01-27T09:14:16Z</dcterms:created>
  <dcterms:modified xsi:type="dcterms:W3CDTF">2026-08-04T17:15:19Z</dcterms:modified>
  <cp:category/>
</cp:coreProperties>
</file>
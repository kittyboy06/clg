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6" r:id="rId3"/>
    <p:sldId id="265" r:id="rId4"/>
    <p:sldId id="264" r:id="rId5"/>
    <p:sldId id="262" r:id="rId6"/>
    <p:sldId id="261" r:id="rId7"/>
    <p:sldId id="260" r:id="rId8"/>
    <p:sldId id="256" r:id="rId9"/>
    <p:sldId id="257" r:id="rId10"/>
    <p:sldId id="259" r:id="rId11"/>
    <p:sldId id="25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09 222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7" y="0"/>
            <a:ext cx="121358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09 222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94"/>
            <a:ext cx="12191999" cy="67784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09 2224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950"/>
            <a:ext cx="12191999" cy="67520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09 2225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267"/>
            <a:ext cx="12191999" cy="67314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09 2226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25"/>
            <a:ext cx="12191999" cy="68369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09 2226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190"/>
            <a:ext cx="12191999" cy="67676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09 2228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113"/>
            <a:ext cx="12191999" cy="67017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09 222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" y="0"/>
            <a:ext cx="121382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09 2229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1999" cy="68524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09 222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5" y="0"/>
            <a:ext cx="1196762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09 2229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1999" cy="68524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Balamurugan Kasirajan</cp:lastModifiedBy>
  <cp:revision>2</cp:revision>
  <dcterms:created xsi:type="dcterms:W3CDTF">2013-01-27T09:14:16Z</dcterms:created>
  <dcterms:modified xsi:type="dcterms:W3CDTF">2026-08-09T17:38:51Z</dcterms:modified>
  <cp:category/>
</cp:coreProperties>
</file>